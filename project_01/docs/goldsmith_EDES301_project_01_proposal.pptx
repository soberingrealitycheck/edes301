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chemeClr val="accent1"/>
              </a:solidFill>
              <a:prstDash val="solid"/>
              <a:round/>
            </a:ln>
          </a:left>
          <a:right>
            <a:ln w="12700" cap="flat">
              <a:solidFill>
                <a:schemeClr val="accent1"/>
              </a:solidFill>
              <a:prstDash val="solid"/>
              <a:round/>
            </a:ln>
          </a:right>
          <a:top>
            <a:ln w="12700" cap="flat">
              <a:solidFill>
                <a:schemeClr val="accent1"/>
              </a:solidFill>
              <a:prstDash val="solid"/>
              <a:round/>
            </a:ln>
          </a:top>
          <a:bottom>
            <a:ln w="12700" cap="flat">
              <a:solidFill>
                <a:schemeClr val="accent1"/>
              </a:solidFill>
              <a:prstDash val="solid"/>
              <a:round/>
            </a:ln>
          </a:bottom>
          <a:insideH>
            <a:ln w="12700" cap="flat">
              <a:solidFill>
                <a:schemeClr val="accent1"/>
              </a:solidFill>
              <a:prstDash val="solid"/>
              <a:round/>
            </a:ln>
          </a:insideH>
          <a:insideV>
            <a:ln w="12700" cap="flat">
              <a:solidFill>
                <a:schemeClr val="accent1"/>
              </a:solidFill>
              <a:prstDash val="solid"/>
              <a:round/>
            </a:ln>
          </a:insideV>
        </a:tcBdr>
        <a:fill>
          <a:solidFill>
            <a:schemeClr val="accent1">
              <a:alpha val="20000"/>
            </a:scheme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chemeClr val="accent1"/>
              </a:solidFill>
              <a:prstDash val="solid"/>
              <a:round/>
            </a:ln>
          </a:left>
          <a:right>
            <a:ln w="12700" cap="flat">
              <a:solidFill>
                <a:schemeClr val="accent1"/>
              </a:solidFill>
              <a:prstDash val="solid"/>
              <a:round/>
            </a:ln>
          </a:right>
          <a:top>
            <a:ln w="12700" cap="flat">
              <a:solidFill>
                <a:schemeClr val="accent1"/>
              </a:solidFill>
              <a:prstDash val="solid"/>
              <a:round/>
            </a:ln>
          </a:top>
          <a:bottom>
            <a:ln w="12700" cap="flat">
              <a:solidFill>
                <a:schemeClr val="accent1"/>
              </a:solidFill>
              <a:prstDash val="solid"/>
              <a:round/>
            </a:ln>
          </a:bottom>
          <a:insideH>
            <a:ln w="12700" cap="flat">
              <a:solidFill>
                <a:schemeClr val="accent1"/>
              </a:solidFill>
              <a:prstDash val="solid"/>
              <a:round/>
            </a:ln>
          </a:insideH>
          <a:insideV>
            <a:ln w="12700" cap="flat">
              <a:solidFill>
                <a:schemeClr val="accent1"/>
              </a:solidFill>
              <a:prstDash val="solid"/>
              <a:round/>
            </a:ln>
          </a:insideV>
        </a:tcBdr>
        <a:fill>
          <a:solidFill>
            <a:schemeClr val="accent1">
              <a:alpha val="20000"/>
            </a:scheme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chemeClr val="accent1"/>
              </a:solidFill>
              <a:prstDash val="solid"/>
              <a:round/>
            </a:ln>
          </a:left>
          <a:right>
            <a:ln w="12700" cap="flat">
              <a:solidFill>
                <a:schemeClr val="accent1"/>
              </a:solidFill>
              <a:prstDash val="solid"/>
              <a:round/>
            </a:ln>
          </a:right>
          <a:top>
            <a:ln w="50800" cap="flat">
              <a:solidFill>
                <a:schemeClr val="accent1"/>
              </a:solidFill>
              <a:prstDash val="solid"/>
              <a:round/>
            </a:ln>
          </a:top>
          <a:bottom>
            <a:ln w="12700" cap="flat">
              <a:solidFill>
                <a:schemeClr val="accent1"/>
              </a:solidFill>
              <a:prstDash val="solid"/>
              <a:round/>
            </a:ln>
          </a:bottom>
          <a:insideH>
            <a:ln w="12700" cap="flat">
              <a:solidFill>
                <a:schemeClr val="accent1"/>
              </a:solidFill>
              <a:prstDash val="solid"/>
              <a:round/>
            </a:ln>
          </a:insideH>
          <a:insideV>
            <a:ln w="12700" cap="flat">
              <a:solidFill>
                <a:schemeClr val="accent1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chemeClr val="accent1"/>
              </a:solidFill>
              <a:prstDash val="solid"/>
              <a:round/>
            </a:ln>
          </a:left>
          <a:right>
            <a:ln w="12700" cap="flat">
              <a:solidFill>
                <a:schemeClr val="accent1"/>
              </a:solidFill>
              <a:prstDash val="solid"/>
              <a:round/>
            </a:ln>
          </a:right>
          <a:top>
            <a:ln w="12700" cap="flat">
              <a:solidFill>
                <a:schemeClr val="accent1"/>
              </a:solidFill>
              <a:prstDash val="solid"/>
              <a:round/>
            </a:ln>
          </a:top>
          <a:bottom>
            <a:ln w="25400" cap="flat">
              <a:solidFill>
                <a:schemeClr val="accent1"/>
              </a:solidFill>
              <a:prstDash val="solid"/>
              <a:round/>
            </a:ln>
          </a:bottom>
          <a:insideH>
            <a:ln w="12700" cap="flat">
              <a:solidFill>
                <a:schemeClr val="accent1"/>
              </a:solidFill>
              <a:prstDash val="solid"/>
              <a:round/>
            </a:ln>
          </a:insideH>
          <a:insideV>
            <a:ln w="12700" cap="flat">
              <a:solidFill>
                <a:schemeClr val="accent1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CE6"/>
          </a:solidFill>
        </a:fill>
      </a:tcStyle>
    </a:wholeTbl>
    <a:band2H>
      <a:tcTxStyle b="def" i="def"/>
      <a:tcStyle>
        <a:tcBdr/>
        <a:fill>
          <a:solidFill>
            <a:srgbClr val="E7EEF3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5E7E1"/>
          </a:solidFill>
        </a:fill>
      </a:tcStyle>
    </a:wholeTbl>
    <a:band2H>
      <a:tcTxStyle b="def" i="def"/>
      <a:tcStyle>
        <a:tcBdr/>
        <a:fill>
          <a:solidFill>
            <a:srgbClr val="EBF4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8EA"/>
          </a:solidFill>
        </a:fill>
      </a:tcStyle>
    </a:wholeTbl>
    <a:band2H>
      <a:tcTxStyle b="def" i="def"/>
      <a:tcStyle>
        <a:tcBdr/>
        <a:fill>
          <a:solidFill>
            <a:srgbClr val="E7EC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Shape 40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05" name="Shape 40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1pPr>
    <a:lvl2pPr indent="2286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2pPr>
    <a:lvl3pPr indent="4572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3pPr>
    <a:lvl4pPr indent="6858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4pPr>
    <a:lvl5pPr indent="9144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5pPr>
    <a:lvl6pPr indent="11430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6pPr>
    <a:lvl7pPr indent="13716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7pPr>
    <a:lvl8pPr indent="16002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8pPr>
    <a:lvl9pPr indent="1828800" latinLnBrk="0">
      <a:defRPr sz="1200">
        <a:solidFill>
          <a:srgbClr val="2D2E2D"/>
        </a:solidFill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4"/>
          <p:cNvGrpSpPr/>
          <p:nvPr/>
        </p:nvGrpSpPr>
        <p:grpSpPr>
          <a:xfrm>
            <a:off x="-4" y="-1"/>
            <a:ext cx="12192005" cy="6858001"/>
            <a:chOff x="-2" y="0"/>
            <a:chExt cx="12192003" cy="6858000"/>
          </a:xfrm>
        </p:grpSpPr>
        <p:sp>
          <p:nvSpPr>
            <p:cNvPr id="63" name="Straight Connector 5"/>
            <p:cNvSpPr/>
            <p:nvPr/>
          </p:nvSpPr>
          <p:spPr>
            <a:xfrm flipH="1">
              <a:off x="61019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64" name="Straight Connector 6"/>
            <p:cNvSpPr/>
            <p:nvPr/>
          </p:nvSpPr>
          <p:spPr>
            <a:xfrm flipH="1">
              <a:off x="182933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65" name="Straight Connector 8"/>
            <p:cNvSpPr/>
            <p:nvPr/>
          </p:nvSpPr>
          <p:spPr>
            <a:xfrm flipH="1">
              <a:off x="304847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66" name="Straight Connector 9"/>
            <p:cNvSpPr/>
            <p:nvPr/>
          </p:nvSpPr>
          <p:spPr>
            <a:xfrm flipH="1">
              <a:off x="426760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67" name="Straight Connector 10"/>
            <p:cNvSpPr/>
            <p:nvPr/>
          </p:nvSpPr>
          <p:spPr>
            <a:xfrm flipH="1">
              <a:off x="548674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68" name="Straight Connector 11"/>
            <p:cNvSpPr/>
            <p:nvPr/>
          </p:nvSpPr>
          <p:spPr>
            <a:xfrm flipH="1">
              <a:off x="670588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69" name="Straight Connector 12"/>
            <p:cNvSpPr/>
            <p:nvPr/>
          </p:nvSpPr>
          <p:spPr>
            <a:xfrm flipH="1">
              <a:off x="792502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0" name="Straight Connector 13"/>
            <p:cNvSpPr/>
            <p:nvPr/>
          </p:nvSpPr>
          <p:spPr>
            <a:xfrm flipH="1">
              <a:off x="914416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1" name="Straight Connector 14"/>
            <p:cNvSpPr/>
            <p:nvPr/>
          </p:nvSpPr>
          <p:spPr>
            <a:xfrm flipH="1">
              <a:off x="1036329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2" name="Straight Connector 15"/>
            <p:cNvSpPr/>
            <p:nvPr/>
          </p:nvSpPr>
          <p:spPr>
            <a:xfrm flipH="1">
              <a:off x="1158243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3" name="Straight Connector 16"/>
            <p:cNvSpPr/>
            <p:nvPr/>
          </p:nvSpPr>
          <p:spPr>
            <a:xfrm>
              <a:off x="2819" y="386484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4" name="Straight Connector 17"/>
            <p:cNvSpPr/>
            <p:nvPr/>
          </p:nvSpPr>
          <p:spPr>
            <a:xfrm>
              <a:off x="2819" y="1611180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5" name="Straight Connector 18"/>
            <p:cNvSpPr/>
            <p:nvPr/>
          </p:nvSpPr>
          <p:spPr>
            <a:xfrm>
              <a:off x="2819" y="2835876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6" name="Straight Connector 19"/>
            <p:cNvSpPr/>
            <p:nvPr/>
          </p:nvSpPr>
          <p:spPr>
            <a:xfrm>
              <a:off x="2819" y="4060573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7" name="Straight Connector 20"/>
            <p:cNvSpPr/>
            <p:nvPr/>
          </p:nvSpPr>
          <p:spPr>
            <a:xfrm>
              <a:off x="2819" y="5285269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8" name="Straight Connector 21"/>
            <p:cNvSpPr/>
            <p:nvPr/>
          </p:nvSpPr>
          <p:spPr>
            <a:xfrm>
              <a:off x="2819" y="6509965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grpSp>
          <p:nvGrpSpPr>
            <p:cNvPr id="95" name="Group 22"/>
            <p:cNvGrpSpPr/>
            <p:nvPr/>
          </p:nvGrpSpPr>
          <p:grpSpPr>
            <a:xfrm>
              <a:off x="-3" y="-1"/>
              <a:ext cx="12192003" cy="6858001"/>
              <a:chOff x="0" y="0"/>
              <a:chExt cx="12192001" cy="6858000"/>
            </a:xfrm>
          </p:grpSpPr>
          <p:sp>
            <p:nvSpPr>
              <p:cNvPr id="79" name="Straight Connector 40"/>
              <p:cNvSpPr/>
              <p:nvPr/>
            </p:nvSpPr>
            <p:spPr>
              <a:xfrm>
                <a:off x="22542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80" name="Straight Connector 41"/>
              <p:cNvSpPr/>
              <p:nvPr/>
            </p:nvSpPr>
            <p:spPr>
              <a:xfrm>
                <a:off x="1449153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81" name="Straight Connector 42"/>
              <p:cNvSpPr/>
              <p:nvPr/>
            </p:nvSpPr>
            <p:spPr>
              <a:xfrm>
                <a:off x="266598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82" name="Straight Connector 43"/>
              <p:cNvSpPr/>
              <p:nvPr/>
            </p:nvSpPr>
            <p:spPr>
              <a:xfrm>
                <a:off x="3885118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83" name="Straight Connector 44"/>
              <p:cNvSpPr/>
              <p:nvPr/>
            </p:nvSpPr>
            <p:spPr>
              <a:xfrm>
                <a:off x="510650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89" name="Group 45"/>
              <p:cNvGrpSpPr/>
              <p:nvPr/>
            </p:nvGrpSpPr>
            <p:grpSpPr>
              <a:xfrm>
                <a:off x="6327885" y="-1"/>
                <a:ext cx="5864116" cy="5898675"/>
                <a:chOff x="0" y="0"/>
                <a:chExt cx="5864114" cy="5898673"/>
              </a:xfrm>
            </p:grpSpPr>
            <p:sp>
              <p:nvSpPr>
                <p:cNvPr id="84" name="Straight Connector 51"/>
                <p:cNvSpPr/>
                <p:nvPr/>
              </p:nvSpPr>
              <p:spPr>
                <a:xfrm>
                  <a:off x="0" y="0"/>
                  <a:ext cx="5864116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85" name="Straight Connector 52"/>
                <p:cNvSpPr/>
                <p:nvPr/>
              </p:nvSpPr>
              <p:spPr>
                <a:xfrm>
                  <a:off x="1221382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86" name="Straight Connector 53"/>
                <p:cNvSpPr/>
                <p:nvPr/>
              </p:nvSpPr>
              <p:spPr>
                <a:xfrm>
                  <a:off x="2445112" y="-1"/>
                  <a:ext cx="3419004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87" name="Straight Connector 54"/>
                <p:cNvSpPr/>
                <p:nvPr/>
              </p:nvSpPr>
              <p:spPr>
                <a:xfrm>
                  <a:off x="3654314" y="-1"/>
                  <a:ext cx="2209802" cy="2226471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88" name="Straight Connector 55"/>
                <p:cNvSpPr/>
                <p:nvPr/>
              </p:nvSpPr>
              <p:spPr>
                <a:xfrm>
                  <a:off x="4871133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90" name="Straight Connector 46"/>
              <p:cNvSpPr/>
              <p:nvPr/>
            </p:nvSpPr>
            <p:spPr>
              <a:xfrm flipH="1" flipV="1">
                <a:off x="-1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91" name="Straight Connector 47"/>
              <p:cNvSpPr/>
              <p:nvPr/>
            </p:nvSpPr>
            <p:spPr>
              <a:xfrm flipH="1" flipV="1">
                <a:off x="-1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92" name="Straight Connector 48"/>
              <p:cNvSpPr/>
              <p:nvPr/>
            </p:nvSpPr>
            <p:spPr>
              <a:xfrm flipH="1" flipV="1">
                <a:off x="-2" y="3432149"/>
                <a:ext cx="3398421" cy="342585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93" name="Straight Connector 49"/>
              <p:cNvSpPr/>
              <p:nvPr/>
            </p:nvSpPr>
            <p:spPr>
              <a:xfrm flipH="1" flipV="1">
                <a:off x="-1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94" name="Straight Connector 50"/>
              <p:cNvSpPr/>
              <p:nvPr/>
            </p:nvSpPr>
            <p:spPr>
              <a:xfrm flipH="1" flipV="1">
                <a:off x="-1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  <p:grpSp>
          <p:nvGrpSpPr>
            <p:cNvPr id="112" name="Group 23"/>
            <p:cNvGrpSpPr/>
            <p:nvPr/>
          </p:nvGrpSpPr>
          <p:grpSpPr>
            <a:xfrm>
              <a:off x="-1" y="-1"/>
              <a:ext cx="12192003" cy="6858001"/>
              <a:chOff x="0" y="0"/>
              <a:chExt cx="12192001" cy="6858000"/>
            </a:xfrm>
          </p:grpSpPr>
          <p:sp>
            <p:nvSpPr>
              <p:cNvPr id="96" name="Straight Connector 24"/>
              <p:cNvSpPr/>
              <p:nvPr/>
            </p:nvSpPr>
            <p:spPr>
              <a:xfrm flipH="1">
                <a:off x="515064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97" name="Straight Connector 25"/>
              <p:cNvSpPr/>
              <p:nvPr/>
            </p:nvSpPr>
            <p:spPr>
              <a:xfrm flipH="1">
                <a:off x="392691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98" name="Straight Connector 26"/>
              <p:cNvSpPr/>
              <p:nvPr/>
            </p:nvSpPr>
            <p:spPr>
              <a:xfrm flipH="1">
                <a:off x="271008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99" name="Straight Connector 27"/>
              <p:cNvSpPr/>
              <p:nvPr/>
            </p:nvSpPr>
            <p:spPr>
              <a:xfrm flipH="1">
                <a:off x="1490950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00" name="Straight Connector 28"/>
              <p:cNvSpPr/>
              <p:nvPr/>
            </p:nvSpPr>
            <p:spPr>
              <a:xfrm flipH="1">
                <a:off x="22542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106" name="Group 29"/>
              <p:cNvGrpSpPr/>
              <p:nvPr/>
            </p:nvGrpSpPr>
            <p:grpSpPr>
              <a:xfrm>
                <a:off x="-1" y="-1"/>
                <a:ext cx="5864116" cy="5898675"/>
                <a:chOff x="0" y="0"/>
                <a:chExt cx="5864114" cy="5898673"/>
              </a:xfrm>
            </p:grpSpPr>
            <p:sp>
              <p:nvSpPr>
                <p:cNvPr id="101" name="Straight Connector 35"/>
                <p:cNvSpPr/>
                <p:nvPr/>
              </p:nvSpPr>
              <p:spPr>
                <a:xfrm flipH="1">
                  <a:off x="-1" y="0"/>
                  <a:ext cx="5864117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02" name="Straight Connector 36"/>
                <p:cNvSpPr/>
                <p:nvPr/>
              </p:nvSpPr>
              <p:spPr>
                <a:xfrm flipH="1">
                  <a:off x="0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03" name="Straight Connector 37"/>
                <p:cNvSpPr/>
                <p:nvPr/>
              </p:nvSpPr>
              <p:spPr>
                <a:xfrm flipH="1">
                  <a:off x="-1" y="-1"/>
                  <a:ext cx="3419005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04" name="Straight Connector 38"/>
                <p:cNvSpPr/>
                <p:nvPr/>
              </p:nvSpPr>
              <p:spPr>
                <a:xfrm flipH="1">
                  <a:off x="0" y="0"/>
                  <a:ext cx="2209801" cy="222647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05" name="Straight Connector 39"/>
                <p:cNvSpPr/>
                <p:nvPr/>
              </p:nvSpPr>
              <p:spPr>
                <a:xfrm flipH="1">
                  <a:off x="0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107" name="Straight Connector 30"/>
              <p:cNvSpPr/>
              <p:nvPr/>
            </p:nvSpPr>
            <p:spPr>
              <a:xfrm flipV="1">
                <a:off x="6363190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08" name="Straight Connector 31"/>
              <p:cNvSpPr/>
              <p:nvPr/>
            </p:nvSpPr>
            <p:spPr>
              <a:xfrm flipV="1">
                <a:off x="7577220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09" name="Straight Connector 32"/>
              <p:cNvSpPr/>
              <p:nvPr/>
            </p:nvSpPr>
            <p:spPr>
              <a:xfrm flipV="1">
                <a:off x="8793582" y="3432149"/>
                <a:ext cx="3398420" cy="342585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10" name="Straight Connector 33"/>
              <p:cNvSpPr/>
              <p:nvPr/>
            </p:nvSpPr>
            <p:spPr>
              <a:xfrm flipV="1">
                <a:off x="9995505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11" name="Straight Connector 34"/>
              <p:cNvSpPr/>
              <p:nvPr/>
            </p:nvSpPr>
            <p:spPr>
              <a:xfrm flipV="1">
                <a:off x="11204998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</p:grpSp>
      <p:sp>
        <p:nvSpPr>
          <p:cNvPr id="114" name="Title Text"/>
          <p:cNvSpPr txBox="1"/>
          <p:nvPr>
            <p:ph type="title"/>
          </p:nvPr>
        </p:nvSpPr>
        <p:spPr>
          <a:xfrm>
            <a:off x="1293844" y="1909346"/>
            <a:ext cx="9604311" cy="3383280"/>
          </a:xfrm>
          <a:prstGeom prst="rect">
            <a:avLst/>
          </a:prstGeom>
        </p:spPr>
        <p:txBody>
          <a:bodyPr/>
          <a:lstStyle>
            <a:lvl1pPr>
              <a:lnSpc>
                <a:spcPct val="76000"/>
              </a:lnSpc>
              <a:defRPr sz="8000">
                <a:solidFill>
                  <a:srgbClr val="000000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5" name="Body Level One…"/>
          <p:cNvSpPr txBox="1"/>
          <p:nvPr>
            <p:ph type="body" sz="quarter" idx="1"/>
          </p:nvPr>
        </p:nvSpPr>
        <p:spPr>
          <a:xfrm>
            <a:off x="1293844" y="5432564"/>
            <a:ext cx="9604311" cy="4572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76F8C"/>
                </a:solidFill>
              </a:defRPr>
            </a:lvl1pPr>
            <a:lvl2pPr marL="0" indent="4572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76F8C"/>
                </a:solidFill>
              </a:defRPr>
            </a:lvl2pPr>
            <a:lvl3pPr marL="0" indent="9144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76F8C"/>
                </a:solidFill>
              </a:defRPr>
            </a:lvl3pPr>
            <a:lvl4pPr marL="0" indent="13716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76F8C"/>
                </a:solidFill>
              </a:defRPr>
            </a:lvl4pPr>
            <a:lvl5pPr marL="0" indent="18288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76F8C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6" name="Straight Connector 57"/>
          <p:cNvSpPr/>
          <p:nvPr/>
        </p:nvSpPr>
        <p:spPr>
          <a:xfrm>
            <a:off x="1295400" y="5294174"/>
            <a:ext cx="9601201" cy="1"/>
          </a:xfrm>
          <a:prstGeom prst="line">
            <a:avLst/>
          </a:prstGeom>
          <a:ln w="12700">
            <a:solidFill>
              <a:schemeClr val="accent1"/>
            </a:solidFill>
            <a:miter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11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5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Off val="-9333"/>
              </a:schemeClr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oup 6"/>
          <p:cNvGrpSpPr/>
          <p:nvPr/>
        </p:nvGrpSpPr>
        <p:grpSpPr>
          <a:xfrm>
            <a:off x="-4" y="-1"/>
            <a:ext cx="12192005" cy="6858001"/>
            <a:chOff x="-2" y="0"/>
            <a:chExt cx="12192003" cy="6858000"/>
          </a:xfrm>
        </p:grpSpPr>
        <p:sp>
          <p:nvSpPr>
            <p:cNvPr id="133" name="Straight Connector 7"/>
            <p:cNvSpPr/>
            <p:nvPr/>
          </p:nvSpPr>
          <p:spPr>
            <a:xfrm flipH="1">
              <a:off x="61019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34" name="Straight Connector 8"/>
            <p:cNvSpPr/>
            <p:nvPr/>
          </p:nvSpPr>
          <p:spPr>
            <a:xfrm flipH="1">
              <a:off x="182933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35" name="Straight Connector 9"/>
            <p:cNvSpPr/>
            <p:nvPr/>
          </p:nvSpPr>
          <p:spPr>
            <a:xfrm flipH="1">
              <a:off x="304847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36" name="Straight Connector 10"/>
            <p:cNvSpPr/>
            <p:nvPr/>
          </p:nvSpPr>
          <p:spPr>
            <a:xfrm flipH="1">
              <a:off x="426760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37" name="Straight Connector 11"/>
            <p:cNvSpPr/>
            <p:nvPr/>
          </p:nvSpPr>
          <p:spPr>
            <a:xfrm flipH="1">
              <a:off x="548674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38" name="Straight Connector 12"/>
            <p:cNvSpPr/>
            <p:nvPr/>
          </p:nvSpPr>
          <p:spPr>
            <a:xfrm flipH="1">
              <a:off x="670588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39" name="Straight Connector 13"/>
            <p:cNvSpPr/>
            <p:nvPr/>
          </p:nvSpPr>
          <p:spPr>
            <a:xfrm flipH="1">
              <a:off x="792502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0" name="Straight Connector 14"/>
            <p:cNvSpPr/>
            <p:nvPr/>
          </p:nvSpPr>
          <p:spPr>
            <a:xfrm flipH="1">
              <a:off x="914416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1" name="Straight Connector 15"/>
            <p:cNvSpPr/>
            <p:nvPr/>
          </p:nvSpPr>
          <p:spPr>
            <a:xfrm flipH="1">
              <a:off x="1036329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2" name="Straight Connector 16"/>
            <p:cNvSpPr/>
            <p:nvPr/>
          </p:nvSpPr>
          <p:spPr>
            <a:xfrm flipH="1">
              <a:off x="1158243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3" name="Straight Connector 17"/>
            <p:cNvSpPr/>
            <p:nvPr/>
          </p:nvSpPr>
          <p:spPr>
            <a:xfrm>
              <a:off x="2819" y="386484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4" name="Straight Connector 18"/>
            <p:cNvSpPr/>
            <p:nvPr/>
          </p:nvSpPr>
          <p:spPr>
            <a:xfrm>
              <a:off x="2819" y="1611180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5" name="Straight Connector 19"/>
            <p:cNvSpPr/>
            <p:nvPr/>
          </p:nvSpPr>
          <p:spPr>
            <a:xfrm>
              <a:off x="2819" y="2835876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6" name="Straight Connector 20"/>
            <p:cNvSpPr/>
            <p:nvPr/>
          </p:nvSpPr>
          <p:spPr>
            <a:xfrm>
              <a:off x="2819" y="4060573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7" name="Straight Connector 21"/>
            <p:cNvSpPr/>
            <p:nvPr/>
          </p:nvSpPr>
          <p:spPr>
            <a:xfrm>
              <a:off x="2819" y="5285269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8" name="Straight Connector 22"/>
            <p:cNvSpPr/>
            <p:nvPr/>
          </p:nvSpPr>
          <p:spPr>
            <a:xfrm>
              <a:off x="2819" y="6509965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grpSp>
          <p:nvGrpSpPr>
            <p:cNvPr id="165" name="Group 23"/>
            <p:cNvGrpSpPr/>
            <p:nvPr/>
          </p:nvGrpSpPr>
          <p:grpSpPr>
            <a:xfrm>
              <a:off x="-3" y="-1"/>
              <a:ext cx="12192003" cy="6858001"/>
              <a:chOff x="0" y="0"/>
              <a:chExt cx="12192001" cy="6858000"/>
            </a:xfrm>
          </p:grpSpPr>
          <p:sp>
            <p:nvSpPr>
              <p:cNvPr id="149" name="Straight Connector 41"/>
              <p:cNvSpPr/>
              <p:nvPr/>
            </p:nvSpPr>
            <p:spPr>
              <a:xfrm>
                <a:off x="22542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50" name="Straight Connector 42"/>
              <p:cNvSpPr/>
              <p:nvPr/>
            </p:nvSpPr>
            <p:spPr>
              <a:xfrm>
                <a:off x="1449153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51" name="Straight Connector 43"/>
              <p:cNvSpPr/>
              <p:nvPr/>
            </p:nvSpPr>
            <p:spPr>
              <a:xfrm>
                <a:off x="266598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52" name="Straight Connector 44"/>
              <p:cNvSpPr/>
              <p:nvPr/>
            </p:nvSpPr>
            <p:spPr>
              <a:xfrm>
                <a:off x="3885118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53" name="Straight Connector 45"/>
              <p:cNvSpPr/>
              <p:nvPr/>
            </p:nvSpPr>
            <p:spPr>
              <a:xfrm>
                <a:off x="510650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159" name="Group 46"/>
              <p:cNvGrpSpPr/>
              <p:nvPr/>
            </p:nvGrpSpPr>
            <p:grpSpPr>
              <a:xfrm>
                <a:off x="6327885" y="-1"/>
                <a:ext cx="5864116" cy="5898675"/>
                <a:chOff x="0" y="0"/>
                <a:chExt cx="5864114" cy="5898673"/>
              </a:xfrm>
            </p:grpSpPr>
            <p:sp>
              <p:nvSpPr>
                <p:cNvPr id="154" name="Straight Connector 52"/>
                <p:cNvSpPr/>
                <p:nvPr/>
              </p:nvSpPr>
              <p:spPr>
                <a:xfrm>
                  <a:off x="0" y="0"/>
                  <a:ext cx="5864116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55" name="Straight Connector 53"/>
                <p:cNvSpPr/>
                <p:nvPr/>
              </p:nvSpPr>
              <p:spPr>
                <a:xfrm>
                  <a:off x="1221382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56" name="Straight Connector 54"/>
                <p:cNvSpPr/>
                <p:nvPr/>
              </p:nvSpPr>
              <p:spPr>
                <a:xfrm>
                  <a:off x="2445112" y="-1"/>
                  <a:ext cx="3419004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57" name="Straight Connector 55"/>
                <p:cNvSpPr/>
                <p:nvPr/>
              </p:nvSpPr>
              <p:spPr>
                <a:xfrm>
                  <a:off x="3654314" y="-1"/>
                  <a:ext cx="2209802" cy="2226471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58" name="Straight Connector 56"/>
                <p:cNvSpPr/>
                <p:nvPr/>
              </p:nvSpPr>
              <p:spPr>
                <a:xfrm>
                  <a:off x="4871133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160" name="Straight Connector 47"/>
              <p:cNvSpPr/>
              <p:nvPr/>
            </p:nvSpPr>
            <p:spPr>
              <a:xfrm flipH="1" flipV="1">
                <a:off x="-1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61" name="Straight Connector 48"/>
              <p:cNvSpPr/>
              <p:nvPr/>
            </p:nvSpPr>
            <p:spPr>
              <a:xfrm flipH="1" flipV="1">
                <a:off x="-1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62" name="Straight Connector 49"/>
              <p:cNvSpPr/>
              <p:nvPr/>
            </p:nvSpPr>
            <p:spPr>
              <a:xfrm flipH="1" flipV="1">
                <a:off x="-2" y="3432149"/>
                <a:ext cx="3398421" cy="342585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63" name="Straight Connector 50"/>
              <p:cNvSpPr/>
              <p:nvPr/>
            </p:nvSpPr>
            <p:spPr>
              <a:xfrm flipH="1" flipV="1">
                <a:off x="-1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64" name="Straight Connector 51"/>
              <p:cNvSpPr/>
              <p:nvPr/>
            </p:nvSpPr>
            <p:spPr>
              <a:xfrm flipH="1" flipV="1">
                <a:off x="-1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  <p:grpSp>
          <p:nvGrpSpPr>
            <p:cNvPr id="182" name="Group 24"/>
            <p:cNvGrpSpPr/>
            <p:nvPr/>
          </p:nvGrpSpPr>
          <p:grpSpPr>
            <a:xfrm>
              <a:off x="-1" y="-1"/>
              <a:ext cx="12192003" cy="6858001"/>
              <a:chOff x="0" y="0"/>
              <a:chExt cx="12192001" cy="6858000"/>
            </a:xfrm>
          </p:grpSpPr>
          <p:sp>
            <p:nvSpPr>
              <p:cNvPr id="166" name="Straight Connector 25"/>
              <p:cNvSpPr/>
              <p:nvPr/>
            </p:nvSpPr>
            <p:spPr>
              <a:xfrm flipH="1">
                <a:off x="515064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67" name="Straight Connector 26"/>
              <p:cNvSpPr/>
              <p:nvPr/>
            </p:nvSpPr>
            <p:spPr>
              <a:xfrm flipH="1">
                <a:off x="392691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68" name="Straight Connector 27"/>
              <p:cNvSpPr/>
              <p:nvPr/>
            </p:nvSpPr>
            <p:spPr>
              <a:xfrm flipH="1">
                <a:off x="271008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69" name="Straight Connector 28"/>
              <p:cNvSpPr/>
              <p:nvPr/>
            </p:nvSpPr>
            <p:spPr>
              <a:xfrm flipH="1">
                <a:off x="1490950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70" name="Straight Connector 29"/>
              <p:cNvSpPr/>
              <p:nvPr/>
            </p:nvSpPr>
            <p:spPr>
              <a:xfrm flipH="1">
                <a:off x="22542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176" name="Group 30"/>
              <p:cNvGrpSpPr/>
              <p:nvPr/>
            </p:nvGrpSpPr>
            <p:grpSpPr>
              <a:xfrm>
                <a:off x="-1" y="-1"/>
                <a:ext cx="5864116" cy="5898675"/>
                <a:chOff x="0" y="0"/>
                <a:chExt cx="5864114" cy="5898673"/>
              </a:xfrm>
            </p:grpSpPr>
            <p:sp>
              <p:nvSpPr>
                <p:cNvPr id="171" name="Straight Connector 36"/>
                <p:cNvSpPr/>
                <p:nvPr/>
              </p:nvSpPr>
              <p:spPr>
                <a:xfrm flipH="1">
                  <a:off x="-1" y="0"/>
                  <a:ext cx="5864117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72" name="Straight Connector 37"/>
                <p:cNvSpPr/>
                <p:nvPr/>
              </p:nvSpPr>
              <p:spPr>
                <a:xfrm flipH="1">
                  <a:off x="0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73" name="Straight Connector 38"/>
                <p:cNvSpPr/>
                <p:nvPr/>
              </p:nvSpPr>
              <p:spPr>
                <a:xfrm flipH="1">
                  <a:off x="-1" y="-1"/>
                  <a:ext cx="3419005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74" name="Straight Connector 39"/>
                <p:cNvSpPr/>
                <p:nvPr/>
              </p:nvSpPr>
              <p:spPr>
                <a:xfrm flipH="1">
                  <a:off x="0" y="0"/>
                  <a:ext cx="2209801" cy="222647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175" name="Straight Connector 40"/>
                <p:cNvSpPr/>
                <p:nvPr/>
              </p:nvSpPr>
              <p:spPr>
                <a:xfrm flipH="1">
                  <a:off x="0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177" name="Straight Connector 31"/>
              <p:cNvSpPr/>
              <p:nvPr/>
            </p:nvSpPr>
            <p:spPr>
              <a:xfrm flipV="1">
                <a:off x="6363190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78" name="Straight Connector 32"/>
              <p:cNvSpPr/>
              <p:nvPr/>
            </p:nvSpPr>
            <p:spPr>
              <a:xfrm flipV="1">
                <a:off x="7577220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79" name="Straight Connector 33"/>
              <p:cNvSpPr/>
              <p:nvPr/>
            </p:nvSpPr>
            <p:spPr>
              <a:xfrm flipV="1">
                <a:off x="8793582" y="3432149"/>
                <a:ext cx="3398420" cy="342585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80" name="Straight Connector 34"/>
              <p:cNvSpPr/>
              <p:nvPr/>
            </p:nvSpPr>
            <p:spPr>
              <a:xfrm flipV="1">
                <a:off x="9995505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81" name="Straight Connector 35"/>
              <p:cNvSpPr/>
              <p:nvPr/>
            </p:nvSpPr>
            <p:spPr>
              <a:xfrm flipV="1">
                <a:off x="11204998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</p:grpSp>
      <p:sp>
        <p:nvSpPr>
          <p:cNvPr id="184" name="Title Text"/>
          <p:cNvSpPr txBox="1"/>
          <p:nvPr>
            <p:ph type="title"/>
          </p:nvPr>
        </p:nvSpPr>
        <p:spPr>
          <a:xfrm>
            <a:off x="1295400" y="2541572"/>
            <a:ext cx="9601200" cy="2743201"/>
          </a:xfrm>
          <a:prstGeom prst="rect">
            <a:avLst/>
          </a:prstGeom>
        </p:spPr>
        <p:txBody>
          <a:bodyPr/>
          <a:lstStyle>
            <a:lvl1pPr>
              <a:lnSpc>
                <a:spcPct val="85000"/>
              </a:lnSpc>
              <a:defRPr sz="60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85" name="Body Level One…"/>
          <p:cNvSpPr txBox="1"/>
          <p:nvPr>
            <p:ph type="body" sz="quarter" idx="1"/>
          </p:nvPr>
        </p:nvSpPr>
        <p:spPr>
          <a:xfrm>
            <a:off x="1295400" y="5431535"/>
            <a:ext cx="9601200" cy="4572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FFFFFF"/>
                </a:solidFill>
              </a:defRPr>
            </a:lvl1pPr>
            <a:lvl2pPr marL="0" indent="4572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FFFFFF"/>
                </a:solidFill>
              </a:defRPr>
            </a:lvl2pPr>
            <a:lvl3pPr marL="0" indent="9144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FFFFFF"/>
                </a:solidFill>
              </a:defRPr>
            </a:lvl3pPr>
            <a:lvl4pPr marL="0" indent="13716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FFFFFF"/>
                </a:solidFill>
              </a:defRPr>
            </a:lvl4pPr>
            <a:lvl5pPr marL="0" indent="1828800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86" name="Straight Connector 57"/>
          <p:cNvSpPr/>
          <p:nvPr/>
        </p:nvSpPr>
        <p:spPr>
          <a:xfrm>
            <a:off x="1295400" y="5294174"/>
            <a:ext cx="9601201" cy="1"/>
          </a:xfrm>
          <a:prstGeom prst="line">
            <a:avLst/>
          </a:prstGeom>
          <a:ln w="127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187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itle Text"/>
          <p:cNvSpPr txBox="1"/>
          <p:nvPr>
            <p:ph type="title"/>
          </p:nvPr>
        </p:nvSpPr>
        <p:spPr>
          <a:xfrm>
            <a:off x="1295400" y="503853"/>
            <a:ext cx="9601200" cy="1142386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95" name="Body Level One…"/>
          <p:cNvSpPr txBox="1"/>
          <p:nvPr>
            <p:ph type="body" sz="half" idx="1"/>
          </p:nvPr>
        </p:nvSpPr>
        <p:spPr>
          <a:xfrm>
            <a:off x="1295400" y="1981199"/>
            <a:ext cx="4572000" cy="3810002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Title Text"/>
          <p:cNvSpPr txBox="1"/>
          <p:nvPr>
            <p:ph type="title"/>
          </p:nvPr>
        </p:nvSpPr>
        <p:spPr>
          <a:xfrm>
            <a:off x="1295400" y="503853"/>
            <a:ext cx="9601200" cy="1142386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04" name="Body Level One…"/>
          <p:cNvSpPr txBox="1"/>
          <p:nvPr>
            <p:ph type="body" sz="quarter" idx="1"/>
          </p:nvPr>
        </p:nvSpPr>
        <p:spPr>
          <a:xfrm>
            <a:off x="1295400" y="1818321"/>
            <a:ext cx="4572000" cy="641351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ClrTx/>
              <a:buSzTx/>
              <a:buFontTx/>
              <a:buNone/>
              <a:defRPr>
                <a:solidFill>
                  <a:schemeClr val="accent1"/>
                </a:solidFill>
              </a:defRPr>
            </a:lvl1pPr>
            <a:lvl2pPr marL="0" indent="457200">
              <a:spcBef>
                <a:spcPts val="0"/>
              </a:spcBef>
              <a:buClrTx/>
              <a:buSzTx/>
              <a:buFontTx/>
              <a:buNone/>
              <a:defRPr>
                <a:solidFill>
                  <a:schemeClr val="accent1"/>
                </a:solidFill>
              </a:defRPr>
            </a:lvl2pPr>
            <a:lvl3pPr marL="0" indent="914400">
              <a:spcBef>
                <a:spcPts val="0"/>
              </a:spcBef>
              <a:buClrTx/>
              <a:buSzTx/>
              <a:buFontTx/>
              <a:buNone/>
              <a:defRPr>
                <a:solidFill>
                  <a:schemeClr val="accent1"/>
                </a:solidFill>
              </a:defRPr>
            </a:lvl3pPr>
            <a:lvl4pPr marL="0" indent="1371600">
              <a:spcBef>
                <a:spcPts val="0"/>
              </a:spcBef>
              <a:buClrTx/>
              <a:buSzTx/>
              <a:buFontTx/>
              <a:buNone/>
              <a:defRPr>
                <a:solidFill>
                  <a:schemeClr val="accent1"/>
                </a:solidFill>
              </a:defRPr>
            </a:lvl4pPr>
            <a:lvl5pPr marL="0" indent="1828800">
              <a:spcBef>
                <a:spcPts val="0"/>
              </a:spcBef>
              <a:buClrTx/>
              <a:buSzTx/>
              <a:buFontTx/>
              <a:buNone/>
              <a:defRPr>
                <a:solidFill>
                  <a:schemeClr val="accent1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05" name="Text Placeholder 4"/>
          <p:cNvSpPr/>
          <p:nvPr>
            <p:ph type="body" sz="quarter" idx="21"/>
          </p:nvPr>
        </p:nvSpPr>
        <p:spPr>
          <a:xfrm>
            <a:off x="6324600" y="1818321"/>
            <a:ext cx="4572000" cy="641351"/>
          </a:xfrm>
          <a:prstGeom prst="rect">
            <a:avLst/>
          </a:prstGeom>
        </p:spPr>
        <p:txBody>
          <a:bodyPr anchor="ctr"/>
          <a:lstStyle/>
          <a:p>
            <a: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chemeClr val="accent1"/>
                </a:solidFill>
              </a:defRPr>
            </a:pPr>
          </a:p>
        </p:txBody>
      </p:sp>
      <p:sp>
        <p:nvSpPr>
          <p:cNvPr id="20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itle Text"/>
          <p:cNvSpPr txBox="1"/>
          <p:nvPr>
            <p:ph type="title"/>
          </p:nvPr>
        </p:nvSpPr>
        <p:spPr>
          <a:xfrm>
            <a:off x="1295400" y="503853"/>
            <a:ext cx="9601200" cy="1142386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" name="Group 160"/>
          <p:cNvGrpSpPr/>
          <p:nvPr/>
        </p:nvGrpSpPr>
        <p:grpSpPr>
          <a:xfrm>
            <a:off x="-4" y="-1"/>
            <a:ext cx="12192005" cy="6858001"/>
            <a:chOff x="-2" y="0"/>
            <a:chExt cx="12192003" cy="6858000"/>
          </a:xfrm>
        </p:grpSpPr>
        <p:sp>
          <p:nvSpPr>
            <p:cNvPr id="221" name="Straight Connector 161"/>
            <p:cNvSpPr/>
            <p:nvPr/>
          </p:nvSpPr>
          <p:spPr>
            <a:xfrm flipH="1">
              <a:off x="61019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2" name="Straight Connector 162"/>
            <p:cNvSpPr/>
            <p:nvPr/>
          </p:nvSpPr>
          <p:spPr>
            <a:xfrm flipH="1">
              <a:off x="182933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3" name="Straight Connector 163"/>
            <p:cNvSpPr/>
            <p:nvPr/>
          </p:nvSpPr>
          <p:spPr>
            <a:xfrm flipH="1">
              <a:off x="304847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4" name="Straight Connector 164"/>
            <p:cNvSpPr/>
            <p:nvPr/>
          </p:nvSpPr>
          <p:spPr>
            <a:xfrm flipH="1">
              <a:off x="426760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5" name="Straight Connector 165"/>
            <p:cNvSpPr/>
            <p:nvPr/>
          </p:nvSpPr>
          <p:spPr>
            <a:xfrm flipH="1">
              <a:off x="548674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6" name="Straight Connector 166"/>
            <p:cNvSpPr/>
            <p:nvPr/>
          </p:nvSpPr>
          <p:spPr>
            <a:xfrm flipH="1">
              <a:off x="670588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7" name="Straight Connector 167"/>
            <p:cNvSpPr/>
            <p:nvPr/>
          </p:nvSpPr>
          <p:spPr>
            <a:xfrm flipH="1">
              <a:off x="792502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8" name="Straight Connector 168"/>
            <p:cNvSpPr/>
            <p:nvPr/>
          </p:nvSpPr>
          <p:spPr>
            <a:xfrm flipH="1">
              <a:off x="914416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29" name="Straight Connector 169"/>
            <p:cNvSpPr/>
            <p:nvPr/>
          </p:nvSpPr>
          <p:spPr>
            <a:xfrm flipH="1">
              <a:off x="1036329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30" name="Straight Connector 170"/>
            <p:cNvSpPr/>
            <p:nvPr/>
          </p:nvSpPr>
          <p:spPr>
            <a:xfrm flipH="1">
              <a:off x="1158243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31" name="Straight Connector 171"/>
            <p:cNvSpPr/>
            <p:nvPr/>
          </p:nvSpPr>
          <p:spPr>
            <a:xfrm>
              <a:off x="2819" y="386484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32" name="Straight Connector 172"/>
            <p:cNvSpPr/>
            <p:nvPr/>
          </p:nvSpPr>
          <p:spPr>
            <a:xfrm>
              <a:off x="2819" y="1611180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33" name="Straight Connector 173"/>
            <p:cNvSpPr/>
            <p:nvPr/>
          </p:nvSpPr>
          <p:spPr>
            <a:xfrm>
              <a:off x="2819" y="2835876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34" name="Straight Connector 174"/>
            <p:cNvSpPr/>
            <p:nvPr/>
          </p:nvSpPr>
          <p:spPr>
            <a:xfrm>
              <a:off x="2819" y="4060573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35" name="Straight Connector 175"/>
            <p:cNvSpPr/>
            <p:nvPr/>
          </p:nvSpPr>
          <p:spPr>
            <a:xfrm>
              <a:off x="2819" y="5285269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36" name="Straight Connector 176"/>
            <p:cNvSpPr/>
            <p:nvPr/>
          </p:nvSpPr>
          <p:spPr>
            <a:xfrm>
              <a:off x="2819" y="6509965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30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grpSp>
          <p:nvGrpSpPr>
            <p:cNvPr id="253" name="Group 177"/>
            <p:cNvGrpSpPr/>
            <p:nvPr/>
          </p:nvGrpSpPr>
          <p:grpSpPr>
            <a:xfrm>
              <a:off x="-3" y="-1"/>
              <a:ext cx="12192003" cy="6858001"/>
              <a:chOff x="0" y="0"/>
              <a:chExt cx="12192001" cy="6858000"/>
            </a:xfrm>
          </p:grpSpPr>
          <p:sp>
            <p:nvSpPr>
              <p:cNvPr id="237" name="Straight Connector 195"/>
              <p:cNvSpPr/>
              <p:nvPr/>
            </p:nvSpPr>
            <p:spPr>
              <a:xfrm>
                <a:off x="22542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38" name="Straight Connector 196"/>
              <p:cNvSpPr/>
              <p:nvPr/>
            </p:nvSpPr>
            <p:spPr>
              <a:xfrm>
                <a:off x="1449153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39" name="Straight Connector 197"/>
              <p:cNvSpPr/>
              <p:nvPr/>
            </p:nvSpPr>
            <p:spPr>
              <a:xfrm>
                <a:off x="266598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40" name="Straight Connector 198"/>
              <p:cNvSpPr/>
              <p:nvPr/>
            </p:nvSpPr>
            <p:spPr>
              <a:xfrm>
                <a:off x="3885118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41" name="Straight Connector 199"/>
              <p:cNvSpPr/>
              <p:nvPr/>
            </p:nvSpPr>
            <p:spPr>
              <a:xfrm>
                <a:off x="510650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247" name="Group 200"/>
              <p:cNvGrpSpPr/>
              <p:nvPr/>
            </p:nvGrpSpPr>
            <p:grpSpPr>
              <a:xfrm>
                <a:off x="6327885" y="-1"/>
                <a:ext cx="5864116" cy="5898675"/>
                <a:chOff x="0" y="0"/>
                <a:chExt cx="5864114" cy="5898673"/>
              </a:xfrm>
            </p:grpSpPr>
            <p:sp>
              <p:nvSpPr>
                <p:cNvPr id="242" name="Straight Connector 206"/>
                <p:cNvSpPr/>
                <p:nvPr/>
              </p:nvSpPr>
              <p:spPr>
                <a:xfrm>
                  <a:off x="0" y="0"/>
                  <a:ext cx="5864116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43" name="Straight Connector 207"/>
                <p:cNvSpPr/>
                <p:nvPr/>
              </p:nvSpPr>
              <p:spPr>
                <a:xfrm>
                  <a:off x="1221382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44" name="Straight Connector 208"/>
                <p:cNvSpPr/>
                <p:nvPr/>
              </p:nvSpPr>
              <p:spPr>
                <a:xfrm>
                  <a:off x="2445112" y="-1"/>
                  <a:ext cx="3419004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45" name="Straight Connector 209"/>
                <p:cNvSpPr/>
                <p:nvPr/>
              </p:nvSpPr>
              <p:spPr>
                <a:xfrm>
                  <a:off x="3654314" y="-1"/>
                  <a:ext cx="2209802" cy="2226471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46" name="Straight Connector 210"/>
                <p:cNvSpPr/>
                <p:nvPr/>
              </p:nvSpPr>
              <p:spPr>
                <a:xfrm>
                  <a:off x="4871133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248" name="Straight Connector 201"/>
              <p:cNvSpPr/>
              <p:nvPr/>
            </p:nvSpPr>
            <p:spPr>
              <a:xfrm flipH="1" flipV="1">
                <a:off x="-1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49" name="Straight Connector 202"/>
              <p:cNvSpPr/>
              <p:nvPr/>
            </p:nvSpPr>
            <p:spPr>
              <a:xfrm flipH="1" flipV="1">
                <a:off x="-1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50" name="Straight Connector 203"/>
              <p:cNvSpPr/>
              <p:nvPr/>
            </p:nvSpPr>
            <p:spPr>
              <a:xfrm flipH="1" flipV="1">
                <a:off x="-2" y="3432149"/>
                <a:ext cx="3398421" cy="342585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51" name="Straight Connector 204"/>
              <p:cNvSpPr/>
              <p:nvPr/>
            </p:nvSpPr>
            <p:spPr>
              <a:xfrm flipH="1" flipV="1">
                <a:off x="-1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52" name="Straight Connector 205"/>
              <p:cNvSpPr/>
              <p:nvPr/>
            </p:nvSpPr>
            <p:spPr>
              <a:xfrm flipH="1" flipV="1">
                <a:off x="-1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  <p:grpSp>
          <p:nvGrpSpPr>
            <p:cNvPr id="270" name="Group 178"/>
            <p:cNvGrpSpPr/>
            <p:nvPr/>
          </p:nvGrpSpPr>
          <p:grpSpPr>
            <a:xfrm>
              <a:off x="-1" y="-1"/>
              <a:ext cx="12192003" cy="6858001"/>
              <a:chOff x="0" y="0"/>
              <a:chExt cx="12192001" cy="6858000"/>
            </a:xfrm>
          </p:grpSpPr>
          <p:sp>
            <p:nvSpPr>
              <p:cNvPr id="254" name="Straight Connector 179"/>
              <p:cNvSpPr/>
              <p:nvPr/>
            </p:nvSpPr>
            <p:spPr>
              <a:xfrm flipH="1">
                <a:off x="515064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55" name="Straight Connector 180"/>
              <p:cNvSpPr/>
              <p:nvPr/>
            </p:nvSpPr>
            <p:spPr>
              <a:xfrm flipH="1">
                <a:off x="392691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56" name="Straight Connector 181"/>
              <p:cNvSpPr/>
              <p:nvPr/>
            </p:nvSpPr>
            <p:spPr>
              <a:xfrm flipH="1">
                <a:off x="271008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57" name="Straight Connector 182"/>
              <p:cNvSpPr/>
              <p:nvPr/>
            </p:nvSpPr>
            <p:spPr>
              <a:xfrm flipH="1">
                <a:off x="1490950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58" name="Straight Connector 183"/>
              <p:cNvSpPr/>
              <p:nvPr/>
            </p:nvSpPr>
            <p:spPr>
              <a:xfrm flipH="1">
                <a:off x="26956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264" name="Group 184"/>
              <p:cNvGrpSpPr/>
              <p:nvPr/>
            </p:nvGrpSpPr>
            <p:grpSpPr>
              <a:xfrm>
                <a:off x="-1" y="-1"/>
                <a:ext cx="5864116" cy="5898675"/>
                <a:chOff x="0" y="0"/>
                <a:chExt cx="5864114" cy="5898673"/>
              </a:xfrm>
            </p:grpSpPr>
            <p:sp>
              <p:nvSpPr>
                <p:cNvPr id="259" name="Straight Connector 190"/>
                <p:cNvSpPr/>
                <p:nvPr/>
              </p:nvSpPr>
              <p:spPr>
                <a:xfrm flipH="1">
                  <a:off x="-1" y="0"/>
                  <a:ext cx="5864117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60" name="Straight Connector 191"/>
                <p:cNvSpPr/>
                <p:nvPr/>
              </p:nvSpPr>
              <p:spPr>
                <a:xfrm flipH="1">
                  <a:off x="0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61" name="Straight Connector 192"/>
                <p:cNvSpPr/>
                <p:nvPr/>
              </p:nvSpPr>
              <p:spPr>
                <a:xfrm flipH="1">
                  <a:off x="-1" y="-1"/>
                  <a:ext cx="3419005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62" name="Straight Connector 193"/>
                <p:cNvSpPr/>
                <p:nvPr/>
              </p:nvSpPr>
              <p:spPr>
                <a:xfrm flipH="1">
                  <a:off x="0" y="0"/>
                  <a:ext cx="2209801" cy="222647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63" name="Straight Connector 194"/>
                <p:cNvSpPr/>
                <p:nvPr/>
              </p:nvSpPr>
              <p:spPr>
                <a:xfrm flipH="1">
                  <a:off x="0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30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265" name="Straight Connector 185"/>
              <p:cNvSpPr/>
              <p:nvPr/>
            </p:nvSpPr>
            <p:spPr>
              <a:xfrm flipV="1">
                <a:off x="6363190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66" name="Straight Connector 186"/>
              <p:cNvSpPr/>
              <p:nvPr/>
            </p:nvSpPr>
            <p:spPr>
              <a:xfrm flipV="1">
                <a:off x="7577220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67" name="Straight Connector 187"/>
              <p:cNvSpPr/>
              <p:nvPr/>
            </p:nvSpPr>
            <p:spPr>
              <a:xfrm flipV="1">
                <a:off x="8793582" y="3432149"/>
                <a:ext cx="3398420" cy="342585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68" name="Straight Connector 188"/>
              <p:cNvSpPr/>
              <p:nvPr/>
            </p:nvSpPr>
            <p:spPr>
              <a:xfrm flipV="1">
                <a:off x="9995505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69" name="Straight Connector 189"/>
              <p:cNvSpPr/>
              <p:nvPr/>
            </p:nvSpPr>
            <p:spPr>
              <a:xfrm flipV="1">
                <a:off x="11204998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30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</p:grpSp>
      <p:sp>
        <p:nvSpPr>
          <p:cNvPr id="27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Off val="-9333"/>
              </a:schemeClr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roup 8"/>
          <p:cNvGrpSpPr/>
          <p:nvPr/>
        </p:nvGrpSpPr>
        <p:grpSpPr>
          <a:xfrm>
            <a:off x="-4" y="-1"/>
            <a:ext cx="12192005" cy="6858001"/>
            <a:chOff x="-2" y="0"/>
            <a:chExt cx="12192003" cy="6858000"/>
          </a:xfrm>
        </p:grpSpPr>
        <p:sp>
          <p:nvSpPr>
            <p:cNvPr id="279" name="Straight Connector 9"/>
            <p:cNvSpPr/>
            <p:nvPr/>
          </p:nvSpPr>
          <p:spPr>
            <a:xfrm flipH="1">
              <a:off x="61019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0" name="Straight Connector 10"/>
            <p:cNvSpPr/>
            <p:nvPr/>
          </p:nvSpPr>
          <p:spPr>
            <a:xfrm flipH="1">
              <a:off x="182933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1" name="Straight Connector 11"/>
            <p:cNvSpPr/>
            <p:nvPr/>
          </p:nvSpPr>
          <p:spPr>
            <a:xfrm flipH="1">
              <a:off x="304847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2" name="Straight Connector 12"/>
            <p:cNvSpPr/>
            <p:nvPr/>
          </p:nvSpPr>
          <p:spPr>
            <a:xfrm flipH="1">
              <a:off x="426760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3" name="Straight Connector 13"/>
            <p:cNvSpPr/>
            <p:nvPr/>
          </p:nvSpPr>
          <p:spPr>
            <a:xfrm flipH="1">
              <a:off x="548674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4" name="Straight Connector 14"/>
            <p:cNvSpPr/>
            <p:nvPr/>
          </p:nvSpPr>
          <p:spPr>
            <a:xfrm flipH="1">
              <a:off x="670588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5" name="Straight Connector 15"/>
            <p:cNvSpPr/>
            <p:nvPr/>
          </p:nvSpPr>
          <p:spPr>
            <a:xfrm flipH="1">
              <a:off x="792502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6" name="Straight Connector 16"/>
            <p:cNvSpPr/>
            <p:nvPr/>
          </p:nvSpPr>
          <p:spPr>
            <a:xfrm flipH="1">
              <a:off x="914416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7" name="Straight Connector 17"/>
            <p:cNvSpPr/>
            <p:nvPr/>
          </p:nvSpPr>
          <p:spPr>
            <a:xfrm flipH="1">
              <a:off x="1036329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8" name="Straight Connector 18"/>
            <p:cNvSpPr/>
            <p:nvPr/>
          </p:nvSpPr>
          <p:spPr>
            <a:xfrm flipH="1">
              <a:off x="1158243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89" name="Straight Connector 19"/>
            <p:cNvSpPr/>
            <p:nvPr/>
          </p:nvSpPr>
          <p:spPr>
            <a:xfrm>
              <a:off x="2819" y="386484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90" name="Straight Connector 20"/>
            <p:cNvSpPr/>
            <p:nvPr/>
          </p:nvSpPr>
          <p:spPr>
            <a:xfrm>
              <a:off x="2819" y="1611180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91" name="Straight Connector 21"/>
            <p:cNvSpPr/>
            <p:nvPr/>
          </p:nvSpPr>
          <p:spPr>
            <a:xfrm>
              <a:off x="2819" y="2835876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92" name="Straight Connector 22"/>
            <p:cNvSpPr/>
            <p:nvPr/>
          </p:nvSpPr>
          <p:spPr>
            <a:xfrm>
              <a:off x="2819" y="4060573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93" name="Straight Connector 23"/>
            <p:cNvSpPr/>
            <p:nvPr/>
          </p:nvSpPr>
          <p:spPr>
            <a:xfrm>
              <a:off x="2819" y="5285269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294" name="Straight Connector 24"/>
            <p:cNvSpPr/>
            <p:nvPr/>
          </p:nvSpPr>
          <p:spPr>
            <a:xfrm>
              <a:off x="2819" y="6509965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grpSp>
          <p:nvGrpSpPr>
            <p:cNvPr id="311" name="Group 25"/>
            <p:cNvGrpSpPr/>
            <p:nvPr/>
          </p:nvGrpSpPr>
          <p:grpSpPr>
            <a:xfrm>
              <a:off x="-3" y="-1"/>
              <a:ext cx="12192003" cy="6858001"/>
              <a:chOff x="0" y="0"/>
              <a:chExt cx="12192001" cy="6858000"/>
            </a:xfrm>
          </p:grpSpPr>
          <p:sp>
            <p:nvSpPr>
              <p:cNvPr id="295" name="Straight Connector 43"/>
              <p:cNvSpPr/>
              <p:nvPr/>
            </p:nvSpPr>
            <p:spPr>
              <a:xfrm>
                <a:off x="22542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96" name="Straight Connector 44"/>
              <p:cNvSpPr/>
              <p:nvPr/>
            </p:nvSpPr>
            <p:spPr>
              <a:xfrm>
                <a:off x="1449153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97" name="Straight Connector 45"/>
              <p:cNvSpPr/>
              <p:nvPr/>
            </p:nvSpPr>
            <p:spPr>
              <a:xfrm>
                <a:off x="266598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98" name="Straight Connector 46"/>
              <p:cNvSpPr/>
              <p:nvPr/>
            </p:nvSpPr>
            <p:spPr>
              <a:xfrm>
                <a:off x="3885118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99" name="Straight Connector 47"/>
              <p:cNvSpPr/>
              <p:nvPr/>
            </p:nvSpPr>
            <p:spPr>
              <a:xfrm>
                <a:off x="510650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305" name="Group 48"/>
              <p:cNvGrpSpPr/>
              <p:nvPr/>
            </p:nvGrpSpPr>
            <p:grpSpPr>
              <a:xfrm>
                <a:off x="6327885" y="-1"/>
                <a:ext cx="5864116" cy="5898675"/>
                <a:chOff x="0" y="0"/>
                <a:chExt cx="5864114" cy="5898673"/>
              </a:xfrm>
            </p:grpSpPr>
            <p:sp>
              <p:nvSpPr>
                <p:cNvPr id="300" name="Straight Connector 54"/>
                <p:cNvSpPr/>
                <p:nvPr/>
              </p:nvSpPr>
              <p:spPr>
                <a:xfrm>
                  <a:off x="0" y="0"/>
                  <a:ext cx="5864116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01" name="Straight Connector 55"/>
                <p:cNvSpPr/>
                <p:nvPr/>
              </p:nvSpPr>
              <p:spPr>
                <a:xfrm>
                  <a:off x="1221382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02" name="Straight Connector 56"/>
                <p:cNvSpPr/>
                <p:nvPr/>
              </p:nvSpPr>
              <p:spPr>
                <a:xfrm>
                  <a:off x="2445112" y="-1"/>
                  <a:ext cx="3419004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03" name="Straight Connector 57"/>
                <p:cNvSpPr/>
                <p:nvPr/>
              </p:nvSpPr>
              <p:spPr>
                <a:xfrm>
                  <a:off x="3654314" y="-1"/>
                  <a:ext cx="2209802" cy="2226471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04" name="Straight Connector 58"/>
                <p:cNvSpPr/>
                <p:nvPr/>
              </p:nvSpPr>
              <p:spPr>
                <a:xfrm>
                  <a:off x="4871133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306" name="Straight Connector 49"/>
              <p:cNvSpPr/>
              <p:nvPr/>
            </p:nvSpPr>
            <p:spPr>
              <a:xfrm flipH="1" flipV="1">
                <a:off x="-1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07" name="Straight Connector 50"/>
              <p:cNvSpPr/>
              <p:nvPr/>
            </p:nvSpPr>
            <p:spPr>
              <a:xfrm flipH="1" flipV="1">
                <a:off x="-1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08" name="Straight Connector 51"/>
              <p:cNvSpPr/>
              <p:nvPr/>
            </p:nvSpPr>
            <p:spPr>
              <a:xfrm flipH="1" flipV="1">
                <a:off x="-2" y="3432149"/>
                <a:ext cx="3398421" cy="342585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09" name="Straight Connector 52"/>
              <p:cNvSpPr/>
              <p:nvPr/>
            </p:nvSpPr>
            <p:spPr>
              <a:xfrm flipH="1" flipV="1">
                <a:off x="-1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10" name="Straight Connector 53"/>
              <p:cNvSpPr/>
              <p:nvPr/>
            </p:nvSpPr>
            <p:spPr>
              <a:xfrm flipH="1" flipV="1">
                <a:off x="-1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  <p:grpSp>
          <p:nvGrpSpPr>
            <p:cNvPr id="328" name="Group 26"/>
            <p:cNvGrpSpPr/>
            <p:nvPr/>
          </p:nvGrpSpPr>
          <p:grpSpPr>
            <a:xfrm>
              <a:off x="-1" y="-1"/>
              <a:ext cx="12192003" cy="6858001"/>
              <a:chOff x="0" y="0"/>
              <a:chExt cx="12192001" cy="6858000"/>
            </a:xfrm>
          </p:grpSpPr>
          <p:sp>
            <p:nvSpPr>
              <p:cNvPr id="312" name="Straight Connector 27"/>
              <p:cNvSpPr/>
              <p:nvPr/>
            </p:nvSpPr>
            <p:spPr>
              <a:xfrm flipH="1">
                <a:off x="515064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13" name="Straight Connector 28"/>
              <p:cNvSpPr/>
              <p:nvPr/>
            </p:nvSpPr>
            <p:spPr>
              <a:xfrm flipH="1">
                <a:off x="392691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14" name="Straight Connector 29"/>
              <p:cNvSpPr/>
              <p:nvPr/>
            </p:nvSpPr>
            <p:spPr>
              <a:xfrm flipH="1">
                <a:off x="271008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15" name="Straight Connector 30"/>
              <p:cNvSpPr/>
              <p:nvPr/>
            </p:nvSpPr>
            <p:spPr>
              <a:xfrm flipH="1">
                <a:off x="1490950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16" name="Straight Connector 31"/>
              <p:cNvSpPr/>
              <p:nvPr/>
            </p:nvSpPr>
            <p:spPr>
              <a:xfrm flipH="1">
                <a:off x="22542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322" name="Group 32"/>
              <p:cNvGrpSpPr/>
              <p:nvPr/>
            </p:nvGrpSpPr>
            <p:grpSpPr>
              <a:xfrm>
                <a:off x="-1" y="-1"/>
                <a:ext cx="5864116" cy="5898675"/>
                <a:chOff x="0" y="0"/>
                <a:chExt cx="5864114" cy="5898673"/>
              </a:xfrm>
            </p:grpSpPr>
            <p:sp>
              <p:nvSpPr>
                <p:cNvPr id="317" name="Straight Connector 38"/>
                <p:cNvSpPr/>
                <p:nvPr/>
              </p:nvSpPr>
              <p:spPr>
                <a:xfrm flipH="1">
                  <a:off x="-1" y="0"/>
                  <a:ext cx="5864117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18" name="Straight Connector 39"/>
                <p:cNvSpPr/>
                <p:nvPr/>
              </p:nvSpPr>
              <p:spPr>
                <a:xfrm flipH="1">
                  <a:off x="0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19" name="Straight Connector 40"/>
                <p:cNvSpPr/>
                <p:nvPr/>
              </p:nvSpPr>
              <p:spPr>
                <a:xfrm flipH="1">
                  <a:off x="-1" y="-1"/>
                  <a:ext cx="3419005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20" name="Straight Connector 41"/>
                <p:cNvSpPr/>
                <p:nvPr/>
              </p:nvSpPr>
              <p:spPr>
                <a:xfrm flipH="1">
                  <a:off x="0" y="0"/>
                  <a:ext cx="2209801" cy="222647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21" name="Straight Connector 42"/>
                <p:cNvSpPr/>
                <p:nvPr/>
              </p:nvSpPr>
              <p:spPr>
                <a:xfrm flipH="1">
                  <a:off x="0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323" name="Straight Connector 33"/>
              <p:cNvSpPr/>
              <p:nvPr/>
            </p:nvSpPr>
            <p:spPr>
              <a:xfrm flipV="1">
                <a:off x="6363190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24" name="Straight Connector 34"/>
              <p:cNvSpPr/>
              <p:nvPr/>
            </p:nvSpPr>
            <p:spPr>
              <a:xfrm flipV="1">
                <a:off x="7577220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25" name="Straight Connector 35"/>
              <p:cNvSpPr/>
              <p:nvPr/>
            </p:nvSpPr>
            <p:spPr>
              <a:xfrm flipV="1">
                <a:off x="8793582" y="3432149"/>
                <a:ext cx="3398420" cy="342585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26" name="Straight Connector 36"/>
              <p:cNvSpPr/>
              <p:nvPr/>
            </p:nvSpPr>
            <p:spPr>
              <a:xfrm flipV="1">
                <a:off x="9995505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27" name="Straight Connector 37"/>
              <p:cNvSpPr/>
              <p:nvPr/>
            </p:nvSpPr>
            <p:spPr>
              <a:xfrm flipV="1">
                <a:off x="11204998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</p:grpSp>
      <p:sp>
        <p:nvSpPr>
          <p:cNvPr id="330" name="Rectangle 6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9000">
                <a:srgbClr val="FFFFFF"/>
              </a:gs>
              <a:gs pos="100000">
                <a:srgbClr val="F2F2F2"/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31" name="Title Text"/>
          <p:cNvSpPr txBox="1"/>
          <p:nvPr>
            <p:ph type="title"/>
          </p:nvPr>
        </p:nvSpPr>
        <p:spPr>
          <a:xfrm>
            <a:off x="7913151" y="571500"/>
            <a:ext cx="3657601" cy="2197100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332" name="Body Level One…"/>
          <p:cNvSpPr txBox="1"/>
          <p:nvPr>
            <p:ph type="body" idx="1"/>
          </p:nvPr>
        </p:nvSpPr>
        <p:spPr>
          <a:xfrm>
            <a:off x="543196" y="571500"/>
            <a:ext cx="6217922" cy="5715000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3" name="Text Placeholder 3"/>
          <p:cNvSpPr/>
          <p:nvPr>
            <p:ph type="body" sz="quarter" idx="21"/>
          </p:nvPr>
        </p:nvSpPr>
        <p:spPr>
          <a:xfrm>
            <a:off x="7913151" y="2995011"/>
            <a:ext cx="3657601" cy="2285951"/>
          </a:xfrm>
          <a:prstGeom prst="rect">
            <a:avLst/>
          </a:prstGeom>
        </p:spPr>
        <p:txBody>
          <a:bodyPr/>
          <a:lstStyle/>
          <a:p>
            <a:pPr marL="0" indent="0" algn="ctr">
              <a:spcBef>
                <a:spcPts val="1200"/>
              </a:spcBef>
              <a:buClrTx/>
              <a:buSzTx/>
              <a:buFontTx/>
              <a:buNone/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34" name="Straight Connector 59"/>
          <p:cNvSpPr/>
          <p:nvPr/>
        </p:nvSpPr>
        <p:spPr>
          <a:xfrm>
            <a:off x="7923089" y="2895600"/>
            <a:ext cx="3659312" cy="0"/>
          </a:xfrm>
          <a:prstGeom prst="line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33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Off val="-9333"/>
              </a:schemeClr>
            </a:gs>
          </a:gsLst>
          <a:path path="circle">
            <a:fillToRect l="50000" t="50000" r="50000" b="50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Group 7"/>
          <p:cNvGrpSpPr/>
          <p:nvPr/>
        </p:nvGrpSpPr>
        <p:grpSpPr>
          <a:xfrm>
            <a:off x="-4" y="-1"/>
            <a:ext cx="12192005" cy="6858001"/>
            <a:chOff x="-2" y="0"/>
            <a:chExt cx="12192003" cy="6858000"/>
          </a:xfrm>
        </p:grpSpPr>
        <p:sp>
          <p:nvSpPr>
            <p:cNvPr id="342" name="Straight Connector 8"/>
            <p:cNvSpPr/>
            <p:nvPr/>
          </p:nvSpPr>
          <p:spPr>
            <a:xfrm flipH="1">
              <a:off x="61019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43" name="Straight Connector 9"/>
            <p:cNvSpPr/>
            <p:nvPr/>
          </p:nvSpPr>
          <p:spPr>
            <a:xfrm flipH="1">
              <a:off x="182933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44" name="Straight Connector 10"/>
            <p:cNvSpPr/>
            <p:nvPr/>
          </p:nvSpPr>
          <p:spPr>
            <a:xfrm flipH="1">
              <a:off x="304847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45" name="Straight Connector 11"/>
            <p:cNvSpPr/>
            <p:nvPr/>
          </p:nvSpPr>
          <p:spPr>
            <a:xfrm flipH="1">
              <a:off x="426760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46" name="Straight Connector 12"/>
            <p:cNvSpPr/>
            <p:nvPr/>
          </p:nvSpPr>
          <p:spPr>
            <a:xfrm flipH="1">
              <a:off x="548674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47" name="Straight Connector 13"/>
            <p:cNvSpPr/>
            <p:nvPr/>
          </p:nvSpPr>
          <p:spPr>
            <a:xfrm flipH="1">
              <a:off x="6705884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48" name="Straight Connector 14"/>
            <p:cNvSpPr/>
            <p:nvPr/>
          </p:nvSpPr>
          <p:spPr>
            <a:xfrm flipH="1">
              <a:off x="7925022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49" name="Straight Connector 15"/>
            <p:cNvSpPr/>
            <p:nvPr/>
          </p:nvSpPr>
          <p:spPr>
            <a:xfrm flipH="1">
              <a:off x="9144160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0" name="Straight Connector 16"/>
            <p:cNvSpPr/>
            <p:nvPr/>
          </p:nvSpPr>
          <p:spPr>
            <a:xfrm flipH="1">
              <a:off x="10363298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1" name="Straight Connector 17"/>
            <p:cNvSpPr/>
            <p:nvPr/>
          </p:nvSpPr>
          <p:spPr>
            <a:xfrm flipH="1">
              <a:off x="11582436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2" name="Straight Connector 18"/>
            <p:cNvSpPr/>
            <p:nvPr/>
          </p:nvSpPr>
          <p:spPr>
            <a:xfrm>
              <a:off x="2819" y="386484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3" name="Straight Connector 19"/>
            <p:cNvSpPr/>
            <p:nvPr/>
          </p:nvSpPr>
          <p:spPr>
            <a:xfrm>
              <a:off x="2819" y="1611180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4" name="Straight Connector 20"/>
            <p:cNvSpPr/>
            <p:nvPr/>
          </p:nvSpPr>
          <p:spPr>
            <a:xfrm>
              <a:off x="2819" y="2835876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5" name="Straight Connector 21"/>
            <p:cNvSpPr/>
            <p:nvPr/>
          </p:nvSpPr>
          <p:spPr>
            <a:xfrm>
              <a:off x="2819" y="4060573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6" name="Straight Connector 22"/>
            <p:cNvSpPr/>
            <p:nvPr/>
          </p:nvSpPr>
          <p:spPr>
            <a:xfrm>
              <a:off x="2819" y="5285269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57" name="Straight Connector 23"/>
            <p:cNvSpPr/>
            <p:nvPr/>
          </p:nvSpPr>
          <p:spPr>
            <a:xfrm>
              <a:off x="2819" y="6509965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276F8C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grpSp>
          <p:nvGrpSpPr>
            <p:cNvPr id="374" name="Group 24"/>
            <p:cNvGrpSpPr/>
            <p:nvPr/>
          </p:nvGrpSpPr>
          <p:grpSpPr>
            <a:xfrm>
              <a:off x="-3" y="-1"/>
              <a:ext cx="12192003" cy="6858001"/>
              <a:chOff x="0" y="0"/>
              <a:chExt cx="12192001" cy="6858000"/>
            </a:xfrm>
          </p:grpSpPr>
          <p:sp>
            <p:nvSpPr>
              <p:cNvPr id="358" name="Straight Connector 42"/>
              <p:cNvSpPr/>
              <p:nvPr/>
            </p:nvSpPr>
            <p:spPr>
              <a:xfrm>
                <a:off x="22542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59" name="Straight Connector 43"/>
              <p:cNvSpPr/>
              <p:nvPr/>
            </p:nvSpPr>
            <p:spPr>
              <a:xfrm>
                <a:off x="1449153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60" name="Straight Connector 44"/>
              <p:cNvSpPr/>
              <p:nvPr/>
            </p:nvSpPr>
            <p:spPr>
              <a:xfrm>
                <a:off x="266598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61" name="Straight Connector 45"/>
              <p:cNvSpPr/>
              <p:nvPr/>
            </p:nvSpPr>
            <p:spPr>
              <a:xfrm>
                <a:off x="3885118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62" name="Straight Connector 46"/>
              <p:cNvSpPr/>
              <p:nvPr/>
            </p:nvSpPr>
            <p:spPr>
              <a:xfrm>
                <a:off x="5106501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368" name="Group 47"/>
              <p:cNvGrpSpPr/>
              <p:nvPr/>
            </p:nvGrpSpPr>
            <p:grpSpPr>
              <a:xfrm>
                <a:off x="6327885" y="-1"/>
                <a:ext cx="5864116" cy="5898675"/>
                <a:chOff x="0" y="0"/>
                <a:chExt cx="5864114" cy="5898673"/>
              </a:xfrm>
            </p:grpSpPr>
            <p:sp>
              <p:nvSpPr>
                <p:cNvPr id="363" name="Straight Connector 53"/>
                <p:cNvSpPr/>
                <p:nvPr/>
              </p:nvSpPr>
              <p:spPr>
                <a:xfrm>
                  <a:off x="0" y="0"/>
                  <a:ext cx="5864116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64" name="Straight Connector 54"/>
                <p:cNvSpPr/>
                <p:nvPr/>
              </p:nvSpPr>
              <p:spPr>
                <a:xfrm>
                  <a:off x="1221382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65" name="Straight Connector 55"/>
                <p:cNvSpPr/>
                <p:nvPr/>
              </p:nvSpPr>
              <p:spPr>
                <a:xfrm>
                  <a:off x="2445112" y="-1"/>
                  <a:ext cx="3419004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66" name="Straight Connector 56"/>
                <p:cNvSpPr/>
                <p:nvPr/>
              </p:nvSpPr>
              <p:spPr>
                <a:xfrm>
                  <a:off x="3654314" y="-1"/>
                  <a:ext cx="2209802" cy="2226471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67" name="Straight Connector 57"/>
                <p:cNvSpPr/>
                <p:nvPr/>
              </p:nvSpPr>
              <p:spPr>
                <a:xfrm>
                  <a:off x="4871133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369" name="Straight Connector 48"/>
              <p:cNvSpPr/>
              <p:nvPr/>
            </p:nvSpPr>
            <p:spPr>
              <a:xfrm flipH="1" flipV="1">
                <a:off x="-1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0" name="Straight Connector 49"/>
              <p:cNvSpPr/>
              <p:nvPr/>
            </p:nvSpPr>
            <p:spPr>
              <a:xfrm flipH="1" flipV="1">
                <a:off x="-1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1" name="Straight Connector 50"/>
              <p:cNvSpPr/>
              <p:nvPr/>
            </p:nvSpPr>
            <p:spPr>
              <a:xfrm flipH="1" flipV="1">
                <a:off x="-2" y="3432149"/>
                <a:ext cx="3398421" cy="342585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2" name="Straight Connector 51"/>
              <p:cNvSpPr/>
              <p:nvPr/>
            </p:nvSpPr>
            <p:spPr>
              <a:xfrm flipH="1" flipV="1">
                <a:off x="-1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3" name="Straight Connector 52"/>
              <p:cNvSpPr/>
              <p:nvPr/>
            </p:nvSpPr>
            <p:spPr>
              <a:xfrm flipH="1" flipV="1">
                <a:off x="-1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  <p:grpSp>
          <p:nvGrpSpPr>
            <p:cNvPr id="391" name="Group 25"/>
            <p:cNvGrpSpPr/>
            <p:nvPr/>
          </p:nvGrpSpPr>
          <p:grpSpPr>
            <a:xfrm>
              <a:off x="-1" y="-1"/>
              <a:ext cx="12192003" cy="6858001"/>
              <a:chOff x="0" y="0"/>
              <a:chExt cx="12192001" cy="6858000"/>
            </a:xfrm>
          </p:grpSpPr>
          <p:sp>
            <p:nvSpPr>
              <p:cNvPr id="375" name="Straight Connector 26"/>
              <p:cNvSpPr/>
              <p:nvPr/>
            </p:nvSpPr>
            <p:spPr>
              <a:xfrm flipH="1">
                <a:off x="515064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6" name="Straight Connector 27"/>
              <p:cNvSpPr/>
              <p:nvPr/>
            </p:nvSpPr>
            <p:spPr>
              <a:xfrm flipH="1">
                <a:off x="392691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7" name="Straight Connector 28"/>
              <p:cNvSpPr/>
              <p:nvPr/>
            </p:nvSpPr>
            <p:spPr>
              <a:xfrm flipH="1">
                <a:off x="271008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8" name="Straight Connector 29"/>
              <p:cNvSpPr/>
              <p:nvPr/>
            </p:nvSpPr>
            <p:spPr>
              <a:xfrm flipH="1">
                <a:off x="1490950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9" name="Straight Connector 30"/>
              <p:cNvSpPr/>
              <p:nvPr/>
            </p:nvSpPr>
            <p:spPr>
              <a:xfrm flipH="1">
                <a:off x="22542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385" name="Group 31"/>
              <p:cNvGrpSpPr/>
              <p:nvPr/>
            </p:nvGrpSpPr>
            <p:grpSpPr>
              <a:xfrm>
                <a:off x="-1" y="-1"/>
                <a:ext cx="5864116" cy="5898675"/>
                <a:chOff x="0" y="0"/>
                <a:chExt cx="5864114" cy="5898673"/>
              </a:xfrm>
            </p:grpSpPr>
            <p:sp>
              <p:nvSpPr>
                <p:cNvPr id="380" name="Straight Connector 37"/>
                <p:cNvSpPr/>
                <p:nvPr/>
              </p:nvSpPr>
              <p:spPr>
                <a:xfrm flipH="1">
                  <a:off x="-1" y="0"/>
                  <a:ext cx="5864117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81" name="Straight Connector 38"/>
                <p:cNvSpPr/>
                <p:nvPr/>
              </p:nvSpPr>
              <p:spPr>
                <a:xfrm flipH="1">
                  <a:off x="0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82" name="Straight Connector 39"/>
                <p:cNvSpPr/>
                <p:nvPr/>
              </p:nvSpPr>
              <p:spPr>
                <a:xfrm flipH="1">
                  <a:off x="-1" y="-1"/>
                  <a:ext cx="3419005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83" name="Straight Connector 40"/>
                <p:cNvSpPr/>
                <p:nvPr/>
              </p:nvSpPr>
              <p:spPr>
                <a:xfrm flipH="1">
                  <a:off x="0" y="0"/>
                  <a:ext cx="2209801" cy="2226470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384" name="Straight Connector 41"/>
                <p:cNvSpPr/>
                <p:nvPr/>
              </p:nvSpPr>
              <p:spPr>
                <a:xfrm flipH="1">
                  <a:off x="0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276F8C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386" name="Straight Connector 32"/>
              <p:cNvSpPr/>
              <p:nvPr/>
            </p:nvSpPr>
            <p:spPr>
              <a:xfrm flipV="1">
                <a:off x="6363190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87" name="Straight Connector 33"/>
              <p:cNvSpPr/>
              <p:nvPr/>
            </p:nvSpPr>
            <p:spPr>
              <a:xfrm flipV="1">
                <a:off x="7577220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88" name="Straight Connector 34"/>
              <p:cNvSpPr/>
              <p:nvPr/>
            </p:nvSpPr>
            <p:spPr>
              <a:xfrm flipV="1">
                <a:off x="8793582" y="3432149"/>
                <a:ext cx="3398420" cy="3425850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89" name="Straight Connector 35"/>
              <p:cNvSpPr/>
              <p:nvPr/>
            </p:nvSpPr>
            <p:spPr>
              <a:xfrm flipV="1">
                <a:off x="9995505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90" name="Straight Connector 36"/>
              <p:cNvSpPr/>
              <p:nvPr/>
            </p:nvSpPr>
            <p:spPr>
              <a:xfrm flipV="1">
                <a:off x="11204998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276F8C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</p:grpSp>
      <p:sp>
        <p:nvSpPr>
          <p:cNvPr id="393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9000">
                <a:srgbClr val="FFFFFF"/>
              </a:gs>
              <a:gs pos="100000">
                <a:srgbClr val="F2F2F2"/>
              </a:gs>
            </a:gsLst>
            <a:path path="circle">
              <a:fillToRect l="37721" t="-19636" r="62278" b="119636"/>
            </a:path>
          </a:gra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94" name="Straight Connector 58"/>
          <p:cNvSpPr/>
          <p:nvPr/>
        </p:nvSpPr>
        <p:spPr>
          <a:xfrm>
            <a:off x="7923089" y="2895600"/>
            <a:ext cx="3659312" cy="0"/>
          </a:xfrm>
          <a:prstGeom prst="line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395" name="Title Text"/>
          <p:cNvSpPr txBox="1"/>
          <p:nvPr>
            <p:ph type="title"/>
          </p:nvPr>
        </p:nvSpPr>
        <p:spPr>
          <a:xfrm>
            <a:off x="7909559" y="576072"/>
            <a:ext cx="3657601" cy="2194561"/>
          </a:xfrm>
          <a:prstGeom prst="rect">
            <a:avLst/>
          </a:prstGeom>
        </p:spPr>
        <p:txBody>
          <a:bodyPr/>
          <a:lstStyle>
            <a:lvl1pPr>
              <a:defRPr sz="26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396" name="Picture Placeholder 2"/>
          <p:cNvSpPr/>
          <p:nvPr>
            <p:ph type="pic" idx="21"/>
          </p:nvPr>
        </p:nvSpPr>
        <p:spPr>
          <a:xfrm>
            <a:off x="4412" y="-159"/>
            <a:ext cx="7315201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397" name="Body Level One…"/>
          <p:cNvSpPr txBox="1"/>
          <p:nvPr>
            <p:ph type="body" sz="quarter" idx="1"/>
          </p:nvPr>
        </p:nvSpPr>
        <p:spPr>
          <a:xfrm>
            <a:off x="7909559" y="2999232"/>
            <a:ext cx="3657601" cy="228600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ClrTx/>
              <a:buSzTx/>
              <a:buFontTx/>
              <a:buNone/>
              <a:defRPr sz="1600">
                <a:solidFill>
                  <a:srgbClr val="FFFFFF"/>
                </a:solidFill>
              </a:defRPr>
            </a:lvl1pPr>
            <a:lvl2pPr marL="0" indent="457200">
              <a:spcBef>
                <a:spcPts val="1200"/>
              </a:spcBef>
              <a:buClrTx/>
              <a:buSzTx/>
              <a:buFontTx/>
              <a:buNone/>
              <a:defRPr sz="1600">
                <a:solidFill>
                  <a:srgbClr val="FFFFFF"/>
                </a:solidFill>
              </a:defRPr>
            </a:lvl2pPr>
            <a:lvl3pPr marL="0" indent="914400">
              <a:spcBef>
                <a:spcPts val="1200"/>
              </a:spcBef>
              <a:buClrTx/>
              <a:buSzTx/>
              <a:buFontTx/>
              <a:buNone/>
              <a:defRPr sz="1600">
                <a:solidFill>
                  <a:srgbClr val="FFFFFF"/>
                </a:solidFill>
              </a:defRPr>
            </a:lvl3pPr>
            <a:lvl4pPr marL="0" indent="1371600">
              <a:spcBef>
                <a:spcPts val="1200"/>
              </a:spcBef>
              <a:buClrTx/>
              <a:buSzTx/>
              <a:buFontTx/>
              <a:buNone/>
              <a:defRPr sz="1600">
                <a:solidFill>
                  <a:srgbClr val="FFFFFF"/>
                </a:solidFill>
              </a:defRPr>
            </a:lvl4pPr>
            <a:lvl5pPr marL="0" indent="1828800">
              <a:spcBef>
                <a:spcPts val="1200"/>
              </a:spcBef>
              <a:buClrTx/>
              <a:buSzTx/>
              <a:buFontTx/>
              <a:buNone/>
              <a:defRPr sz="1600">
                <a:solidFill>
                  <a:srgbClr val="FFFFFF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FFFFFF"/>
            </a:gs>
            <a:gs pos="52999">
              <a:srgbClr val="FFFFFF"/>
            </a:gs>
            <a:gs pos="100000">
              <a:srgbClr val="F2F2F2">
                <a:alpha val="64999"/>
              </a:srgbClr>
            </a:gs>
          </a:gsLst>
          <a:lin ang="540000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95"/>
          <p:cNvGrpSpPr/>
          <p:nvPr/>
        </p:nvGrpSpPr>
        <p:grpSpPr>
          <a:xfrm>
            <a:off x="-2" y="-195944"/>
            <a:ext cx="12192004" cy="6858001"/>
            <a:chOff x="0" y="0"/>
            <a:chExt cx="12192002" cy="6858000"/>
          </a:xfrm>
        </p:grpSpPr>
        <p:sp>
          <p:nvSpPr>
            <p:cNvPr id="2" name="Straight Connector 96"/>
            <p:cNvSpPr/>
            <p:nvPr/>
          </p:nvSpPr>
          <p:spPr>
            <a:xfrm flipH="1">
              <a:off x="610195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3" name="Straight Connector 97"/>
            <p:cNvSpPr/>
            <p:nvPr/>
          </p:nvSpPr>
          <p:spPr>
            <a:xfrm flipH="1">
              <a:off x="1829333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4" name="Straight Connector 98"/>
            <p:cNvSpPr/>
            <p:nvPr/>
          </p:nvSpPr>
          <p:spPr>
            <a:xfrm flipH="1">
              <a:off x="3048471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5" name="Straight Connector 99"/>
            <p:cNvSpPr/>
            <p:nvPr/>
          </p:nvSpPr>
          <p:spPr>
            <a:xfrm flipH="1">
              <a:off x="4267609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6" name="Straight Connector 100"/>
            <p:cNvSpPr/>
            <p:nvPr/>
          </p:nvSpPr>
          <p:spPr>
            <a:xfrm flipH="1">
              <a:off x="5486747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7" name="Straight Connector 101"/>
            <p:cNvSpPr/>
            <p:nvPr/>
          </p:nvSpPr>
          <p:spPr>
            <a:xfrm flipH="1">
              <a:off x="6705885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8" name="Straight Connector 102"/>
            <p:cNvSpPr/>
            <p:nvPr/>
          </p:nvSpPr>
          <p:spPr>
            <a:xfrm flipH="1">
              <a:off x="7925023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9" name="Straight Connector 103"/>
            <p:cNvSpPr/>
            <p:nvPr/>
          </p:nvSpPr>
          <p:spPr>
            <a:xfrm flipH="1">
              <a:off x="9144161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0" name="Straight Connector 104"/>
            <p:cNvSpPr/>
            <p:nvPr/>
          </p:nvSpPr>
          <p:spPr>
            <a:xfrm flipH="1">
              <a:off x="10363299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1" name="Straight Connector 105"/>
            <p:cNvSpPr/>
            <p:nvPr/>
          </p:nvSpPr>
          <p:spPr>
            <a:xfrm flipH="1">
              <a:off x="11582437" y="0"/>
              <a:ext cx="1" cy="685800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2" name="Straight Connector 106"/>
            <p:cNvSpPr/>
            <p:nvPr/>
          </p:nvSpPr>
          <p:spPr>
            <a:xfrm>
              <a:off x="2820" y="386484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3" name="Straight Connector 107"/>
            <p:cNvSpPr/>
            <p:nvPr/>
          </p:nvSpPr>
          <p:spPr>
            <a:xfrm>
              <a:off x="2820" y="1611180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4" name="Straight Connector 108"/>
            <p:cNvSpPr/>
            <p:nvPr/>
          </p:nvSpPr>
          <p:spPr>
            <a:xfrm>
              <a:off x="2820" y="2835876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5" name="Straight Connector 109"/>
            <p:cNvSpPr/>
            <p:nvPr/>
          </p:nvSpPr>
          <p:spPr>
            <a:xfrm>
              <a:off x="2820" y="4060573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6" name="Straight Connector 110"/>
            <p:cNvSpPr/>
            <p:nvPr/>
          </p:nvSpPr>
          <p:spPr>
            <a:xfrm>
              <a:off x="2820" y="5285269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sp>
          <p:nvSpPr>
            <p:cNvPr id="17" name="Straight Connector 111"/>
            <p:cNvSpPr/>
            <p:nvPr/>
          </p:nvSpPr>
          <p:spPr>
            <a:xfrm>
              <a:off x="2820" y="6509965"/>
              <a:ext cx="12188953" cy="1"/>
            </a:xfrm>
            <a:prstGeom prst="line">
              <a:avLst/>
            </a:prstGeom>
            <a:noFill/>
            <a:ln w="6350" cap="flat">
              <a:solidFill>
                <a:srgbClr val="D9D9D9">
                  <a:alpha val="25000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ctr"/>
            </a:p>
          </p:txBody>
        </p:sp>
        <p:grpSp>
          <p:nvGrpSpPr>
            <p:cNvPr id="34" name="Group 112"/>
            <p:cNvGrpSpPr/>
            <p:nvPr/>
          </p:nvGrpSpPr>
          <p:grpSpPr>
            <a:xfrm>
              <a:off x="-1" y="-1"/>
              <a:ext cx="12192003" cy="6858001"/>
              <a:chOff x="0" y="0"/>
              <a:chExt cx="12192001" cy="6858000"/>
            </a:xfrm>
          </p:grpSpPr>
          <p:sp>
            <p:nvSpPr>
              <p:cNvPr id="18" name="Straight Connector 130"/>
              <p:cNvSpPr/>
              <p:nvPr/>
            </p:nvSpPr>
            <p:spPr>
              <a:xfrm>
                <a:off x="225425" y="0"/>
                <a:ext cx="6815933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19" name="Straight Connector 131"/>
              <p:cNvSpPr/>
              <p:nvPr/>
            </p:nvSpPr>
            <p:spPr>
              <a:xfrm>
                <a:off x="144915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0" name="Straight Connector 132"/>
              <p:cNvSpPr/>
              <p:nvPr/>
            </p:nvSpPr>
            <p:spPr>
              <a:xfrm>
                <a:off x="2665983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1" name="Straight Connector 133"/>
              <p:cNvSpPr/>
              <p:nvPr/>
            </p:nvSpPr>
            <p:spPr>
              <a:xfrm>
                <a:off x="3885120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22" name="Straight Connector 134"/>
              <p:cNvSpPr/>
              <p:nvPr/>
            </p:nvSpPr>
            <p:spPr>
              <a:xfrm>
                <a:off x="5106503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28" name="Group 135"/>
              <p:cNvGrpSpPr/>
              <p:nvPr/>
            </p:nvGrpSpPr>
            <p:grpSpPr>
              <a:xfrm>
                <a:off x="6327886" y="-1"/>
                <a:ext cx="5864116" cy="5898675"/>
                <a:chOff x="0" y="0"/>
                <a:chExt cx="5864114" cy="5898673"/>
              </a:xfrm>
            </p:grpSpPr>
            <p:sp>
              <p:nvSpPr>
                <p:cNvPr id="23" name="Straight Connector 141"/>
                <p:cNvSpPr/>
                <p:nvPr/>
              </p:nvSpPr>
              <p:spPr>
                <a:xfrm>
                  <a:off x="0" y="0"/>
                  <a:ext cx="5864116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4" name="Straight Connector 142"/>
                <p:cNvSpPr/>
                <p:nvPr/>
              </p:nvSpPr>
              <p:spPr>
                <a:xfrm>
                  <a:off x="1221382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5" name="Straight Connector 143"/>
                <p:cNvSpPr/>
                <p:nvPr/>
              </p:nvSpPr>
              <p:spPr>
                <a:xfrm>
                  <a:off x="2445112" y="-1"/>
                  <a:ext cx="3419004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6" name="Straight Connector 144"/>
                <p:cNvSpPr/>
                <p:nvPr/>
              </p:nvSpPr>
              <p:spPr>
                <a:xfrm>
                  <a:off x="3654314" y="-1"/>
                  <a:ext cx="2209802" cy="2226471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27" name="Straight Connector 145"/>
                <p:cNvSpPr/>
                <p:nvPr/>
              </p:nvSpPr>
              <p:spPr>
                <a:xfrm>
                  <a:off x="4871133" y="-1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29" name="Straight Connector 136"/>
              <p:cNvSpPr/>
              <p:nvPr/>
            </p:nvSpPr>
            <p:spPr>
              <a:xfrm flipH="1" flipV="1">
                <a:off x="0" y="1012053"/>
                <a:ext cx="5828812" cy="58459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0" name="Straight Connector 137"/>
              <p:cNvSpPr/>
              <p:nvPr/>
            </p:nvSpPr>
            <p:spPr>
              <a:xfrm flipH="1" flipV="1">
                <a:off x="0" y="2227339"/>
                <a:ext cx="4614782" cy="463066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1" name="Straight Connector 138"/>
              <p:cNvSpPr/>
              <p:nvPr/>
            </p:nvSpPr>
            <p:spPr>
              <a:xfrm flipH="1" flipV="1">
                <a:off x="0" y="3432149"/>
                <a:ext cx="3398420" cy="342585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2" name="Straight Connector 139"/>
              <p:cNvSpPr/>
              <p:nvPr/>
            </p:nvSpPr>
            <p:spPr>
              <a:xfrm flipH="1" flipV="1">
                <a:off x="0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3" name="Straight Connector 140"/>
              <p:cNvSpPr/>
              <p:nvPr/>
            </p:nvSpPr>
            <p:spPr>
              <a:xfrm flipH="1" flipV="1">
                <a:off x="0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  <p:grpSp>
          <p:nvGrpSpPr>
            <p:cNvPr id="51" name="Group 113"/>
            <p:cNvGrpSpPr/>
            <p:nvPr/>
          </p:nvGrpSpPr>
          <p:grpSpPr>
            <a:xfrm>
              <a:off x="0" y="-1"/>
              <a:ext cx="12192003" cy="6858001"/>
              <a:chOff x="0" y="0"/>
              <a:chExt cx="12192001" cy="6858000"/>
            </a:xfrm>
          </p:grpSpPr>
          <p:sp>
            <p:nvSpPr>
              <p:cNvPr id="35" name="Straight Connector 114"/>
              <p:cNvSpPr/>
              <p:nvPr/>
            </p:nvSpPr>
            <p:spPr>
              <a:xfrm flipH="1">
                <a:off x="5150644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6" name="Straight Connector 115"/>
              <p:cNvSpPr/>
              <p:nvPr/>
            </p:nvSpPr>
            <p:spPr>
              <a:xfrm flipH="1">
                <a:off x="3926915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7" name="Straight Connector 116"/>
              <p:cNvSpPr/>
              <p:nvPr/>
            </p:nvSpPr>
            <p:spPr>
              <a:xfrm flipH="1">
                <a:off x="271008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8" name="Straight Connector 117"/>
              <p:cNvSpPr/>
              <p:nvPr/>
            </p:nvSpPr>
            <p:spPr>
              <a:xfrm flipH="1">
                <a:off x="1490950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39" name="Straight Connector 118"/>
              <p:cNvSpPr/>
              <p:nvPr/>
            </p:nvSpPr>
            <p:spPr>
              <a:xfrm flipH="1">
                <a:off x="269567" y="0"/>
                <a:ext cx="6815932" cy="6858001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grpSp>
            <p:nvGrpSpPr>
              <p:cNvPr id="45" name="Group 119"/>
              <p:cNvGrpSpPr/>
              <p:nvPr/>
            </p:nvGrpSpPr>
            <p:grpSpPr>
              <a:xfrm>
                <a:off x="0" y="-1"/>
                <a:ext cx="5864116" cy="5898675"/>
                <a:chOff x="0" y="0"/>
                <a:chExt cx="5864114" cy="5898673"/>
              </a:xfrm>
            </p:grpSpPr>
            <p:sp>
              <p:nvSpPr>
                <p:cNvPr id="40" name="Straight Connector 125"/>
                <p:cNvSpPr/>
                <p:nvPr/>
              </p:nvSpPr>
              <p:spPr>
                <a:xfrm flipH="1">
                  <a:off x="0" y="0"/>
                  <a:ext cx="5864116" cy="5898674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41" name="Straight Connector 126"/>
                <p:cNvSpPr/>
                <p:nvPr/>
              </p:nvSpPr>
              <p:spPr>
                <a:xfrm flipH="1">
                  <a:off x="0" y="0"/>
                  <a:ext cx="4642733" cy="4672426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42" name="Straight Connector 127"/>
                <p:cNvSpPr/>
                <p:nvPr/>
              </p:nvSpPr>
              <p:spPr>
                <a:xfrm flipH="1">
                  <a:off x="0" y="0"/>
                  <a:ext cx="3419004" cy="345675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43" name="Straight Connector 128"/>
                <p:cNvSpPr/>
                <p:nvPr/>
              </p:nvSpPr>
              <p:spPr>
                <a:xfrm flipH="1">
                  <a:off x="0" y="0"/>
                  <a:ext cx="2209801" cy="2226470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  <p:sp>
              <p:nvSpPr>
                <p:cNvPr id="44" name="Straight Connector 129"/>
                <p:cNvSpPr/>
                <p:nvPr/>
              </p:nvSpPr>
              <p:spPr>
                <a:xfrm flipH="1">
                  <a:off x="0" y="0"/>
                  <a:ext cx="992982" cy="1002507"/>
                </a:xfrm>
                <a:prstGeom prst="line">
                  <a:avLst/>
                </a:prstGeom>
                <a:noFill/>
                <a:ln w="6350" cap="flat">
                  <a:solidFill>
                    <a:srgbClr val="D9D9D9">
                      <a:alpha val="25000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 algn="ctr"/>
                </a:p>
              </p:txBody>
            </p:sp>
          </p:grpSp>
          <p:sp>
            <p:nvSpPr>
              <p:cNvPr id="46" name="Straight Connector 120"/>
              <p:cNvSpPr/>
              <p:nvPr/>
            </p:nvSpPr>
            <p:spPr>
              <a:xfrm flipV="1">
                <a:off x="6363190" y="1012053"/>
                <a:ext cx="5828811" cy="58459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47" name="Straight Connector 121"/>
              <p:cNvSpPr/>
              <p:nvPr/>
            </p:nvSpPr>
            <p:spPr>
              <a:xfrm flipV="1">
                <a:off x="7577220" y="2227340"/>
                <a:ext cx="4614782" cy="4630659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48" name="Straight Connector 122"/>
              <p:cNvSpPr/>
              <p:nvPr/>
            </p:nvSpPr>
            <p:spPr>
              <a:xfrm flipV="1">
                <a:off x="8793582" y="3432149"/>
                <a:ext cx="3398420" cy="3425850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49" name="Straight Connector 123"/>
              <p:cNvSpPr/>
              <p:nvPr/>
            </p:nvSpPr>
            <p:spPr>
              <a:xfrm flipV="1">
                <a:off x="9995505" y="4651431"/>
                <a:ext cx="2196497" cy="2206568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  <p:sp>
            <p:nvSpPr>
              <p:cNvPr id="50" name="Straight Connector 124"/>
              <p:cNvSpPr/>
              <p:nvPr/>
            </p:nvSpPr>
            <p:spPr>
              <a:xfrm flipV="1">
                <a:off x="11204998" y="5864453"/>
                <a:ext cx="987004" cy="993546"/>
              </a:xfrm>
              <a:prstGeom prst="line">
                <a:avLst/>
              </a:prstGeom>
              <a:noFill/>
              <a:ln w="6350" cap="flat">
                <a:solidFill>
                  <a:srgbClr val="D9D9D9">
                    <a:alpha val="25000"/>
                  </a:srgbClr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 algn="ctr"/>
              </a:p>
            </p:txBody>
          </p:sp>
        </p:grpSp>
      </p:grpSp>
      <p:sp>
        <p:nvSpPr>
          <p:cNvPr id="53" name="Straight Connector 147"/>
          <p:cNvSpPr/>
          <p:nvPr/>
        </p:nvSpPr>
        <p:spPr>
          <a:xfrm>
            <a:off x="609600" y="6172200"/>
            <a:ext cx="10972801" cy="0"/>
          </a:xfrm>
          <a:prstGeom prst="line">
            <a:avLst/>
          </a:prstGeom>
          <a:ln w="12700">
            <a:solidFill>
              <a:srgbClr val="276F8C"/>
            </a:solidFill>
            <a:miter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54" name="Title Text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b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55" name="Body Level One…"/>
          <p:cNvSpPr txBox="1"/>
          <p:nvPr>
            <p:ph type="body" idx="1"/>
          </p:nvPr>
        </p:nvSpPr>
        <p:spPr>
          <a:xfrm>
            <a:off x="609600" y="1295400"/>
            <a:ext cx="10972800" cy="47243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6" name="Slide Number"/>
          <p:cNvSpPr txBox="1"/>
          <p:nvPr>
            <p:ph type="sldNum" sz="quarter" idx="2"/>
          </p:nvPr>
        </p:nvSpPr>
        <p:spPr>
          <a:xfrm>
            <a:off x="11324664" y="6281262"/>
            <a:ext cx="259530" cy="239270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100">
                <a:solidFill>
                  <a:srgbClr val="1A1A1A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3200" u="none">
          <a:solidFill>
            <a:srgbClr val="276F8C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1pPr>
      <a:lvl2pPr marL="477519" marR="0" indent="-203199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2pPr>
      <a:lvl3pPr marL="730646" marR="0" indent="-224234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3pPr>
      <a:lvl4pPr marL="992777" marR="0" indent="-261257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4pPr>
      <a:lvl5pPr marL="1219880" marR="0" indent="-256268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5pPr>
      <a:lvl6pPr marL="1449977" marR="0" indent="-261257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6pPr>
      <a:lvl7pPr marL="1677080" marR="0" indent="-256268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7pPr>
      <a:lvl8pPr marL="1907177" marR="0" indent="-261257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Pct val="100000"/>
        <a:buFont typeface="Arial"/>
        <a:buChar char="▪"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78011" algn="l" defTabSz="914400" rtl="0" latinLnBrk="0">
        <a:lnSpc>
          <a:spcPct val="90000"/>
        </a:lnSpc>
        <a:spcBef>
          <a:spcPts val="1800"/>
        </a:spcBef>
        <a:spcAft>
          <a:spcPts val="0"/>
        </a:spcAft>
        <a:buClr>
          <a:srgbClr val="276F8C"/>
        </a:buClr>
        <a:buSzTx/>
        <a:buFont typeface="Arial"/>
        <a:buNone/>
        <a:tabLst/>
        <a:defRPr b="0" baseline="0" cap="none" i="0" spc="0" strike="noStrike" sz="2000" u="none">
          <a:solidFill>
            <a:srgbClr val="000000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youtube.com/watch?v=jis1MC5Tm8k" TargetMode="External"/><Relationship Id="rId3" Type="http://schemas.openxmlformats.org/officeDocument/2006/relationships/hyperlink" Target="https://kno.wled.ge/features/pixel-art-converter/" TargetMode="External"/><Relationship Id="rId4" Type="http://schemas.openxmlformats.org/officeDocument/2006/relationships/hyperlink" Target="https://github.com/kudp02/wled-matrix-tool" TargetMode="Externa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adafruit.com/product/607" TargetMode="External"/><Relationship Id="rId3" Type="http://schemas.openxmlformats.org/officeDocument/2006/relationships/hyperlink" Target="https://www.amazon.com/dp/B09Q2SGF3R" TargetMode="Externa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Title 1"/>
          <p:cNvSpPr txBox="1"/>
          <p:nvPr>
            <p:ph type="ctrTitle"/>
          </p:nvPr>
        </p:nvSpPr>
        <p:spPr>
          <a:xfrm>
            <a:off x="1293844" y="1909346"/>
            <a:ext cx="9907555" cy="3383281"/>
          </a:xfrm>
          <a:prstGeom prst="rect">
            <a:avLst/>
          </a:prstGeom>
        </p:spPr>
        <p:txBody>
          <a:bodyPr/>
          <a:lstStyle/>
          <a:p>
            <a:pPr>
              <a:defRPr sz="6000"/>
            </a:pPr>
            <a:r>
              <a:t>EDES 301</a:t>
            </a:r>
            <a:br/>
            <a:br/>
            <a:r>
              <a:t>Window to Another World Proposal</a:t>
            </a:r>
          </a:p>
        </p:txBody>
      </p:sp>
      <p:sp>
        <p:nvSpPr>
          <p:cNvPr id="408" name="Subtitle 2"/>
          <p:cNvSpPr txBox="1"/>
          <p:nvPr>
            <p:ph type="subTitle" sz="quarter" idx="1"/>
          </p:nvPr>
        </p:nvSpPr>
        <p:spPr>
          <a:xfrm>
            <a:off x="1293845" y="5432564"/>
            <a:ext cx="9604310" cy="1120637"/>
          </a:xfrm>
          <a:prstGeom prst="rect">
            <a:avLst/>
          </a:prstGeom>
        </p:spPr>
        <p:txBody>
          <a:bodyPr/>
          <a:lstStyle/>
          <a:p>
            <a:pPr/>
            <a:r>
              <a:t>Feb 22, 2026</a:t>
            </a:r>
          </a:p>
          <a:p>
            <a:pPr/>
            <a:r>
              <a:t>Clay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Title 1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</p:spPr>
        <p:txBody>
          <a:bodyPr/>
          <a:lstStyle/>
          <a:p>
            <a:pPr/>
            <a:r>
              <a:t>Background Information</a:t>
            </a:r>
          </a:p>
        </p:txBody>
      </p:sp>
      <p:sp>
        <p:nvSpPr>
          <p:cNvPr id="411" name="Content Placeholder 2"/>
          <p:cNvSpPr txBox="1"/>
          <p:nvPr>
            <p:ph type="body" idx="1"/>
          </p:nvPr>
        </p:nvSpPr>
        <p:spPr>
          <a:xfrm>
            <a:off x="609600" y="1295400"/>
            <a:ext cx="10972800" cy="4724399"/>
          </a:xfrm>
          <a:prstGeom prst="rect">
            <a:avLst/>
          </a:prstGeom>
        </p:spPr>
        <p:txBody>
          <a:bodyPr/>
          <a:lstStyle/>
          <a:p>
            <a:pPr/>
            <a:r>
              <a:t>For this project, I’d like to create a piece of art that is responsive to changes in rotation by showing different ‘slices’ of a 360 degree image. This is inspired by a cool build I saw of this </a:t>
            </a:r>
            <a:r>
              <a:rPr u="sng">
                <a:uFill>
                  <a:solidFill>
                    <a:srgbClr val="000000"/>
                  </a:solidFill>
                </a:uFill>
                <a:hlinkClick r:id="rId2" invalidUrl="" action="" tgtFrame="" tooltip="" history="1" highlightClick="0" endSnd="0"/>
              </a:rPr>
              <a:t>Fluid Simulation Pendant</a:t>
            </a:r>
            <a:r>
              <a:t> that swishes the fluid around given detected movements by the IMU.</a:t>
            </a:r>
          </a:p>
          <a:p>
            <a:pPr/>
            <a:r>
              <a:t>I will need a tool to turn a 360 degree image into a 2d ‘slice’ given my detected IMU angle (which should be reasonably simple, something I can code myself) and a tool to turn an image into a 32x32 LED matrix output (can use </a:t>
            </a:r>
            <a:r>
              <a:rPr u="sng">
                <a:uFill>
                  <a:solidFill>
                    <a:srgbClr val="000000"/>
                  </a:solidFill>
                </a:uFill>
                <a:hlinkClick r:id="rId3" invalidUrl="" action="" tgtFrame="" tooltip="" history="1" highlightClick="0" endSnd="0"/>
              </a:rPr>
              <a:t>this tool?</a:t>
            </a:r>
            <a:r>
              <a:t> or </a:t>
            </a:r>
            <a:r>
              <a:rPr u="sng">
                <a:uFill>
                  <a:solidFill>
                    <a:srgbClr val="000000"/>
                  </a:solidFill>
                </a:uFill>
                <a:hlinkClick r:id="rId4" invalidUrl="" action="" tgtFrame="" tooltip="" history="1" highlightClick="0" endSnd="0"/>
              </a:rPr>
              <a:t>this tool?</a:t>
            </a:r>
            <a:r>
              <a:t> to experiment.  along with some hardware interface). Probably going to use some sort of dithering / data compression technique (ideally, the change as the device is moved around will give the viewer the ability to infer greater resolution of the image than the actual 32 x 32 pixel matrix would normally permit)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Title 1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</p:spPr>
        <p:txBody>
          <a:bodyPr/>
          <a:lstStyle/>
          <a:p>
            <a:pPr/>
            <a:r>
              <a:t>System Block Diagram</a:t>
            </a:r>
          </a:p>
        </p:txBody>
      </p:sp>
      <p:sp>
        <p:nvSpPr>
          <p:cNvPr id="414" name="PocketBeagle"/>
          <p:cNvSpPr/>
          <p:nvPr/>
        </p:nvSpPr>
        <p:spPr>
          <a:xfrm>
            <a:off x="1715371" y="2474490"/>
            <a:ext cx="1646884" cy="1909020"/>
          </a:xfrm>
          <a:prstGeom prst="rect">
            <a:avLst/>
          </a:prstGeom>
          <a:gradFill>
            <a:gsLst>
              <a:gs pos="0">
                <a:srgbClr val="92B5BE"/>
              </a:gs>
              <a:gs pos="50000">
                <a:srgbClr val="82AEB9"/>
              </a:gs>
              <a:gs pos="100000">
                <a:srgbClr val="709BA6"/>
              </a:gs>
            </a:gsLst>
            <a:lin ang="5400000"/>
          </a:gradFill>
          <a:ln w="6350">
            <a:solidFill>
              <a:schemeClr val="accent5"/>
            </a:solidFill>
            <a:miter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PocketBeagle</a:t>
            </a:r>
          </a:p>
        </p:txBody>
      </p:sp>
      <p:sp>
        <p:nvSpPr>
          <p:cNvPr id="415" name="GY-521 MPU6050…"/>
          <p:cNvSpPr/>
          <p:nvPr/>
        </p:nvSpPr>
        <p:spPr>
          <a:xfrm>
            <a:off x="6797249" y="3921821"/>
            <a:ext cx="1646883" cy="1909019"/>
          </a:xfrm>
          <a:prstGeom prst="rect">
            <a:avLst/>
          </a:prstGeom>
          <a:gradFill>
            <a:gsLst>
              <a:gs pos="0">
                <a:srgbClr val="92B5BE"/>
              </a:gs>
              <a:gs pos="50000">
                <a:srgbClr val="82AEB9"/>
              </a:gs>
              <a:gs pos="100000">
                <a:srgbClr val="709BA6"/>
              </a:gs>
            </a:gsLst>
            <a:lin ang="5400000"/>
          </a:gradFill>
          <a:ln w="6350">
            <a:solidFill>
              <a:schemeClr val="accent5"/>
            </a:solidFill>
            <a:miter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GY-521</a:t>
            </a:r>
            <a:br/>
            <a:r>
              <a:t>MPU6050</a:t>
            </a:r>
          </a:p>
          <a:p>
            <a:pPr algn="ctr">
              <a:defRPr>
                <a:solidFill>
                  <a:srgbClr val="FFFFFF"/>
                </a:solidFill>
              </a:defRPr>
            </a:pPr>
            <a:br/>
            <a:r>
              <a:t>IMU Module</a:t>
            </a:r>
          </a:p>
        </p:txBody>
      </p:sp>
      <p:sp>
        <p:nvSpPr>
          <p:cNvPr id="416" name="Adafruit…"/>
          <p:cNvSpPr/>
          <p:nvPr/>
        </p:nvSpPr>
        <p:spPr>
          <a:xfrm>
            <a:off x="6797249" y="1087723"/>
            <a:ext cx="1646883" cy="1909019"/>
          </a:xfrm>
          <a:prstGeom prst="rect">
            <a:avLst/>
          </a:prstGeom>
          <a:gradFill>
            <a:gsLst>
              <a:gs pos="0">
                <a:srgbClr val="92B5BE"/>
              </a:gs>
              <a:gs pos="50000">
                <a:srgbClr val="82AEB9"/>
              </a:gs>
              <a:gs pos="100000">
                <a:srgbClr val="709BA6"/>
              </a:gs>
            </a:gsLst>
            <a:lin ang="5400000"/>
          </a:gradFill>
          <a:ln w="6350">
            <a:solidFill>
              <a:schemeClr val="accent5"/>
            </a:solidFill>
            <a:miter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Adafruit </a:t>
            </a:r>
          </a:p>
          <a:p>
            <a:pPr algn="ctr">
              <a:defRPr>
                <a:solidFill>
                  <a:srgbClr val="FFFFFF"/>
                </a:solidFill>
              </a:defRPr>
            </a:pPr>
            <a:r>
              <a:t>Model 607</a:t>
            </a:r>
          </a:p>
          <a:p>
            <a:pPr algn="ctr">
              <a:defRPr>
                <a:solidFill>
                  <a:srgbClr val="FFFFFF"/>
                </a:solidFill>
              </a:defRPr>
            </a:pPr>
          </a:p>
          <a:p>
            <a:pPr algn="ctr">
              <a:defRPr>
                <a:solidFill>
                  <a:srgbClr val="FFFFFF"/>
                </a:solidFill>
              </a:defRPr>
            </a:pPr>
            <a:r>
              <a:t>32 x 32 LED Matrix</a:t>
            </a:r>
          </a:p>
        </p:txBody>
      </p:sp>
      <p:sp>
        <p:nvSpPr>
          <p:cNvPr id="417" name="Line"/>
          <p:cNvSpPr/>
          <p:nvPr/>
        </p:nvSpPr>
        <p:spPr>
          <a:xfrm flipV="1">
            <a:off x="3452172" y="1961744"/>
            <a:ext cx="3257303" cy="999622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418" name="Line"/>
          <p:cNvSpPr/>
          <p:nvPr/>
        </p:nvSpPr>
        <p:spPr>
          <a:xfrm>
            <a:off x="3452471" y="3923052"/>
            <a:ext cx="3256420" cy="890275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419" name="GPIO"/>
          <p:cNvSpPr txBox="1"/>
          <p:nvPr/>
        </p:nvSpPr>
        <p:spPr>
          <a:xfrm>
            <a:off x="4521122" y="2045492"/>
            <a:ext cx="675753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GPIO</a:t>
            </a:r>
          </a:p>
        </p:txBody>
      </p:sp>
      <p:sp>
        <p:nvSpPr>
          <p:cNvPr id="420" name="I2C"/>
          <p:cNvSpPr txBox="1"/>
          <p:nvPr/>
        </p:nvSpPr>
        <p:spPr>
          <a:xfrm>
            <a:off x="4629060" y="3899397"/>
            <a:ext cx="459877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I2C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Title 1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</p:spPr>
        <p:txBody>
          <a:bodyPr/>
          <a:lstStyle/>
          <a:p>
            <a:pPr/>
            <a:r>
              <a:t>Power Block Diagram</a:t>
            </a:r>
          </a:p>
        </p:txBody>
      </p:sp>
      <p:sp>
        <p:nvSpPr>
          <p:cNvPr id="423" name="PocketBeagle"/>
          <p:cNvSpPr/>
          <p:nvPr/>
        </p:nvSpPr>
        <p:spPr>
          <a:xfrm>
            <a:off x="1715395" y="2474490"/>
            <a:ext cx="1646884" cy="1909020"/>
          </a:xfrm>
          <a:prstGeom prst="rect">
            <a:avLst/>
          </a:prstGeom>
          <a:gradFill>
            <a:gsLst>
              <a:gs pos="0">
                <a:srgbClr val="92B5BE"/>
              </a:gs>
              <a:gs pos="50000">
                <a:srgbClr val="82AEB9"/>
              </a:gs>
              <a:gs pos="100000">
                <a:srgbClr val="709BA6"/>
              </a:gs>
            </a:gsLst>
            <a:lin ang="5400000"/>
          </a:gradFill>
          <a:ln w="6350">
            <a:solidFill>
              <a:schemeClr val="accent5"/>
            </a:solidFill>
            <a:miter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PocketBeagle</a:t>
            </a:r>
          </a:p>
        </p:txBody>
      </p:sp>
      <p:sp>
        <p:nvSpPr>
          <p:cNvPr id="424" name="GY-521 MPU6050…"/>
          <p:cNvSpPr/>
          <p:nvPr/>
        </p:nvSpPr>
        <p:spPr>
          <a:xfrm>
            <a:off x="5642286" y="394252"/>
            <a:ext cx="1646884" cy="1909019"/>
          </a:xfrm>
          <a:prstGeom prst="rect">
            <a:avLst/>
          </a:prstGeom>
          <a:gradFill>
            <a:gsLst>
              <a:gs pos="0">
                <a:srgbClr val="92B5BE"/>
              </a:gs>
              <a:gs pos="50000">
                <a:srgbClr val="82AEB9"/>
              </a:gs>
              <a:gs pos="100000">
                <a:srgbClr val="709BA6"/>
              </a:gs>
            </a:gsLst>
            <a:lin ang="5400000"/>
          </a:gradFill>
          <a:ln w="6350">
            <a:solidFill>
              <a:schemeClr val="accent5"/>
            </a:solidFill>
            <a:miter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GY-521</a:t>
            </a:r>
            <a:br/>
            <a:r>
              <a:t>MPU6050</a:t>
            </a:r>
          </a:p>
          <a:p>
            <a:pPr algn="ctr">
              <a:defRPr>
                <a:solidFill>
                  <a:srgbClr val="FFFFFF"/>
                </a:solidFill>
              </a:defRPr>
            </a:pPr>
            <a:br/>
            <a:r>
              <a:t>IMU Module</a:t>
            </a:r>
          </a:p>
        </p:txBody>
      </p:sp>
      <p:sp>
        <p:nvSpPr>
          <p:cNvPr id="425" name="Adafruit…"/>
          <p:cNvSpPr/>
          <p:nvPr/>
        </p:nvSpPr>
        <p:spPr>
          <a:xfrm>
            <a:off x="6955508" y="3281638"/>
            <a:ext cx="1646884" cy="1909020"/>
          </a:xfrm>
          <a:prstGeom prst="rect">
            <a:avLst/>
          </a:prstGeom>
          <a:gradFill>
            <a:gsLst>
              <a:gs pos="0">
                <a:srgbClr val="92B5BE"/>
              </a:gs>
              <a:gs pos="50000">
                <a:srgbClr val="82AEB9"/>
              </a:gs>
              <a:gs pos="100000">
                <a:srgbClr val="709BA6"/>
              </a:gs>
            </a:gsLst>
            <a:lin ang="5400000"/>
          </a:gradFill>
          <a:ln w="6350">
            <a:solidFill>
              <a:schemeClr val="accent5"/>
            </a:solidFill>
            <a:miter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Adafruit </a:t>
            </a:r>
          </a:p>
          <a:p>
            <a:pPr algn="ctr">
              <a:defRPr>
                <a:solidFill>
                  <a:srgbClr val="FFFFFF"/>
                </a:solidFill>
              </a:defRPr>
            </a:pPr>
            <a:r>
              <a:t>Model 607</a:t>
            </a:r>
          </a:p>
          <a:p>
            <a:pPr algn="ctr">
              <a:defRPr>
                <a:solidFill>
                  <a:srgbClr val="FFFFFF"/>
                </a:solidFill>
              </a:defRPr>
            </a:pPr>
          </a:p>
          <a:p>
            <a:pPr algn="ctr">
              <a:defRPr>
                <a:solidFill>
                  <a:srgbClr val="FFFFFF"/>
                </a:solidFill>
              </a:defRPr>
            </a:pPr>
            <a:r>
              <a:t>32 x 32 LED Matrix</a:t>
            </a:r>
          </a:p>
        </p:txBody>
      </p:sp>
      <p:sp>
        <p:nvSpPr>
          <p:cNvPr id="426" name="Line"/>
          <p:cNvSpPr/>
          <p:nvPr/>
        </p:nvSpPr>
        <p:spPr>
          <a:xfrm flipV="1">
            <a:off x="3452172" y="1945178"/>
            <a:ext cx="2102984" cy="1016188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427" name="Line"/>
          <p:cNvSpPr/>
          <p:nvPr/>
        </p:nvSpPr>
        <p:spPr>
          <a:xfrm>
            <a:off x="3452520" y="3773668"/>
            <a:ext cx="3413389" cy="292587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428" name="Data (No Power)…"/>
          <p:cNvSpPr txBox="1"/>
          <p:nvPr/>
        </p:nvSpPr>
        <p:spPr>
          <a:xfrm>
            <a:off x="4106097" y="3389302"/>
            <a:ext cx="2105693" cy="7329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/>
            </a:pPr>
            <a:r>
              <a:t>Data (No Power)</a:t>
            </a:r>
          </a:p>
          <a:p>
            <a:pPr>
              <a:defRPr sz="1500"/>
            </a:pPr>
            <a:r>
              <a:t>Total of 13 connections:</a:t>
            </a:r>
          </a:p>
          <a:p>
            <a:pPr>
              <a:defRPr sz="1500"/>
            </a:pPr>
            <a:r>
              <a:t>A Lot Of GPIO</a:t>
            </a:r>
          </a:p>
        </p:txBody>
      </p:sp>
      <p:sp>
        <p:nvSpPr>
          <p:cNvPr id="429" name="Data and Power…"/>
          <p:cNvSpPr txBox="1"/>
          <p:nvPr/>
        </p:nvSpPr>
        <p:spPr>
          <a:xfrm>
            <a:off x="3648287" y="1683797"/>
            <a:ext cx="1999746" cy="1164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500"/>
            </a:pPr>
            <a:r>
              <a:t>Data and Power</a:t>
            </a:r>
          </a:p>
          <a:p>
            <a:pPr>
              <a:defRPr sz="1500"/>
            </a:pPr>
            <a:r>
              <a:t>(3.3V VCC).</a:t>
            </a:r>
          </a:p>
          <a:p>
            <a:pPr>
              <a:defRPr sz="1500"/>
            </a:pPr>
          </a:p>
          <a:p>
            <a:pPr>
              <a:defRPr sz="1500"/>
            </a:pPr>
            <a:r>
              <a:t>Total of 4 connections:</a:t>
            </a:r>
          </a:p>
          <a:p>
            <a:pPr>
              <a:defRPr sz="1500"/>
            </a:pPr>
            <a:r>
              <a:t>2 for I2C, VCC, GND</a:t>
            </a:r>
          </a:p>
        </p:txBody>
      </p:sp>
      <p:sp>
        <p:nvSpPr>
          <p:cNvPr id="430" name="Line"/>
          <p:cNvSpPr/>
          <p:nvPr/>
        </p:nvSpPr>
        <p:spPr>
          <a:xfrm flipH="1" flipV="1">
            <a:off x="2536198" y="4581237"/>
            <a:ext cx="1319131" cy="909205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431" name="5V @ 1A External Power Supply"/>
          <p:cNvSpPr txBox="1"/>
          <p:nvPr/>
        </p:nvSpPr>
        <p:spPr>
          <a:xfrm>
            <a:off x="1701642" y="4843170"/>
            <a:ext cx="3385913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5V @ 1A External Power Supply</a:t>
            </a:r>
          </a:p>
        </p:txBody>
      </p:sp>
      <p:sp>
        <p:nvSpPr>
          <p:cNvPr id="432" name="Line"/>
          <p:cNvSpPr/>
          <p:nvPr/>
        </p:nvSpPr>
        <p:spPr>
          <a:xfrm flipV="1">
            <a:off x="6771182" y="5371619"/>
            <a:ext cx="998768" cy="337021"/>
          </a:xfrm>
          <a:prstGeom prst="line">
            <a:avLst/>
          </a:prstGeom>
          <a:ln w="127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 algn="ctr"/>
          </a:p>
        </p:txBody>
      </p:sp>
      <p:sp>
        <p:nvSpPr>
          <p:cNvPr id="433" name="5V @ 4A External Power Supply"/>
          <p:cNvSpPr txBox="1"/>
          <p:nvPr/>
        </p:nvSpPr>
        <p:spPr>
          <a:xfrm>
            <a:off x="6085994" y="5361938"/>
            <a:ext cx="3385912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5V @ 4A External Power Supply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Title 1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</p:spPr>
        <p:txBody>
          <a:bodyPr/>
          <a:lstStyle/>
          <a:p>
            <a:pPr/>
            <a:r>
              <a:t>Components / Budget</a:t>
            </a:r>
          </a:p>
        </p:txBody>
      </p:sp>
      <p:graphicFrame>
        <p:nvGraphicFramePr>
          <p:cNvPr id="436" name="Content Placeholder 3"/>
          <p:cNvGraphicFramePr/>
          <p:nvPr/>
        </p:nvGraphicFramePr>
        <p:xfrm>
          <a:off x="609600" y="1295400"/>
          <a:ext cx="10972800" cy="296672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0" rtl="0">
                <a:tableStyleId>{4C3C2611-4C71-4FC5-86AE-919BDF0F9419}</a:tableStyleId>
              </a:tblPr>
              <a:tblGrid>
                <a:gridCol w="7837714"/>
                <a:gridCol w="1567543"/>
                <a:gridCol w="1567543"/>
              </a:tblGrid>
              <a:tr h="37084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Component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EDES301
 to Buy?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Cost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32 x 32 Matrix (</a:t>
                      </a:r>
                      <a:r>
                        <a:rPr u="sng">
                          <a:uFill>
                            <a:solidFill>
                              <a:srgbClr val="000000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https://www.adafruit.com/product/607</a:t>
                      </a:r>
                      <a:r>
                        <a:t>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Yes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29.95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IMU Module (</a:t>
                      </a:r>
                      <a:r>
                        <a:rPr u="sng">
                          <a:uFill>
                            <a:solidFill>
                              <a:srgbClr val="000000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https://www.amazon.com/dp/B09Q2SGF3R</a:t>
                      </a:r>
                      <a:r>
                        <a:t>)</a:t>
                      </a: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Yes</a:t>
                      </a: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2.10</a:t>
                      </a: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  <p:sp>
        <p:nvSpPr>
          <p:cNvPr id="437" name="TextBox 4"/>
          <p:cNvSpPr txBox="1"/>
          <p:nvPr/>
        </p:nvSpPr>
        <p:spPr>
          <a:xfrm>
            <a:off x="4503420" y="5029199"/>
            <a:ext cx="3178967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See Next Slide for Instructions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p14:dur="10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iamond Grid 16x9">
  <a:themeElements>
    <a:clrScheme name="Diamond Grid 16x9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FF"/>
      </a:hlink>
      <a:folHlink>
        <a:srgbClr val="FF00FF"/>
      </a:folHlink>
    </a:clrScheme>
    <a:fontScheme name="Diamond Grid 16x9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Diamond Grid 16x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Diamond Grid 16x9">
  <a:themeElements>
    <a:clrScheme name="Diamond Grid 16x9">
      <a:dk1>
        <a:srgbClr val="2D2E2D"/>
      </a:dk1>
      <a:lt1>
        <a:srgbClr val="2E012E"/>
      </a:lt1>
      <a:dk2>
        <a:srgbClr val="A7A7A7"/>
      </a:dk2>
      <a:lt2>
        <a:srgbClr val="535353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FF"/>
      </a:hlink>
      <a:folHlink>
        <a:srgbClr val="FF00FF"/>
      </a:folHlink>
    </a:clrScheme>
    <a:fontScheme name="Diamond Grid 16x9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Diamond Grid 16x9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ctr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