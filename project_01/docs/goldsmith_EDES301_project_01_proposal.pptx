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>
              <a:alpha val="20000"/>
            </a:scheme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>
              <a:alpha val="20000"/>
            </a:scheme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DCE6"/>
          </a:solidFill>
        </a:fill>
      </a:tcStyle>
    </a:wholeTbl>
    <a:band2H>
      <a:tcTxStyle b="def" i="def"/>
      <a:tcStyle>
        <a:tcBdr/>
        <a:fill>
          <a:solidFill>
            <a:srgbClr val="E7EEF3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E7E1"/>
          </a:solidFill>
        </a:fill>
      </a:tcStyle>
    </a:wholeTbl>
    <a:band2H>
      <a:tcTxStyle b="def" i="def"/>
      <a:tcStyle>
        <a:tcBdr/>
        <a:fill>
          <a:solidFill>
            <a:srgbClr val="EBF4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8EA"/>
          </a:solidFill>
        </a:fill>
      </a:tcStyle>
    </a:wholeTbl>
    <a:band2H>
      <a:tcTxStyle b="def" i="def"/>
      <a:tcStyle>
        <a:tcBdr/>
        <a:fill>
          <a:solidFill>
            <a:srgbClr val="E7EC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5" name="Shape 40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2D2E2D"/>
        </a:solidFill>
        <a:latin typeface="+mj-lt"/>
        <a:ea typeface="+mj-ea"/>
        <a:cs typeface="+mj-cs"/>
        <a:sym typeface="Arial"/>
      </a:defRPr>
    </a:lvl1pPr>
    <a:lvl2pPr indent="228600" latinLnBrk="0">
      <a:defRPr sz="1200">
        <a:solidFill>
          <a:srgbClr val="2D2E2D"/>
        </a:solidFill>
        <a:latin typeface="+mj-lt"/>
        <a:ea typeface="+mj-ea"/>
        <a:cs typeface="+mj-cs"/>
        <a:sym typeface="Arial"/>
      </a:defRPr>
    </a:lvl2pPr>
    <a:lvl3pPr indent="457200" latinLnBrk="0">
      <a:defRPr sz="1200">
        <a:solidFill>
          <a:srgbClr val="2D2E2D"/>
        </a:solidFill>
        <a:latin typeface="+mj-lt"/>
        <a:ea typeface="+mj-ea"/>
        <a:cs typeface="+mj-cs"/>
        <a:sym typeface="Arial"/>
      </a:defRPr>
    </a:lvl3pPr>
    <a:lvl4pPr indent="685800" latinLnBrk="0">
      <a:defRPr sz="1200">
        <a:solidFill>
          <a:srgbClr val="2D2E2D"/>
        </a:solidFill>
        <a:latin typeface="+mj-lt"/>
        <a:ea typeface="+mj-ea"/>
        <a:cs typeface="+mj-cs"/>
        <a:sym typeface="Arial"/>
      </a:defRPr>
    </a:lvl4pPr>
    <a:lvl5pPr indent="914400" latinLnBrk="0">
      <a:defRPr sz="1200">
        <a:solidFill>
          <a:srgbClr val="2D2E2D"/>
        </a:solidFill>
        <a:latin typeface="+mj-lt"/>
        <a:ea typeface="+mj-ea"/>
        <a:cs typeface="+mj-cs"/>
        <a:sym typeface="Arial"/>
      </a:defRPr>
    </a:lvl5pPr>
    <a:lvl6pPr indent="1143000" latinLnBrk="0">
      <a:defRPr sz="1200">
        <a:solidFill>
          <a:srgbClr val="2D2E2D"/>
        </a:solidFill>
        <a:latin typeface="+mj-lt"/>
        <a:ea typeface="+mj-ea"/>
        <a:cs typeface="+mj-cs"/>
        <a:sym typeface="Arial"/>
      </a:defRPr>
    </a:lvl6pPr>
    <a:lvl7pPr indent="1371600" latinLnBrk="0">
      <a:defRPr sz="1200">
        <a:solidFill>
          <a:srgbClr val="2D2E2D"/>
        </a:solidFill>
        <a:latin typeface="+mj-lt"/>
        <a:ea typeface="+mj-ea"/>
        <a:cs typeface="+mj-cs"/>
        <a:sym typeface="Arial"/>
      </a:defRPr>
    </a:lvl7pPr>
    <a:lvl8pPr indent="1600200" latinLnBrk="0">
      <a:defRPr sz="1200">
        <a:solidFill>
          <a:srgbClr val="2D2E2D"/>
        </a:solidFill>
        <a:latin typeface="+mj-lt"/>
        <a:ea typeface="+mj-ea"/>
        <a:cs typeface="+mj-cs"/>
        <a:sym typeface="Arial"/>
      </a:defRPr>
    </a:lvl8pPr>
    <a:lvl9pPr indent="1828800" latinLnBrk="0">
      <a:defRPr sz="1200">
        <a:solidFill>
          <a:srgbClr val="2D2E2D"/>
        </a:solidFill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4"/>
          <p:cNvGrpSpPr/>
          <p:nvPr/>
        </p:nvGrpSpPr>
        <p:grpSpPr>
          <a:xfrm>
            <a:off x="-16" y="-10"/>
            <a:ext cx="12192012" cy="6858010"/>
            <a:chOff x="-11" y="-8"/>
            <a:chExt cx="12192011" cy="6858008"/>
          </a:xfrm>
        </p:grpSpPr>
        <p:sp>
          <p:nvSpPr>
            <p:cNvPr id="63" name="Straight Connector 5"/>
            <p:cNvSpPr/>
            <p:nvPr/>
          </p:nvSpPr>
          <p:spPr>
            <a:xfrm flipH="1">
              <a:off x="610192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4" name="Straight Connector 6"/>
            <p:cNvSpPr/>
            <p:nvPr/>
          </p:nvSpPr>
          <p:spPr>
            <a:xfrm flipH="1">
              <a:off x="1829330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5" name="Straight Connector 8"/>
            <p:cNvSpPr/>
            <p:nvPr/>
          </p:nvSpPr>
          <p:spPr>
            <a:xfrm flipH="1">
              <a:off x="3048469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6" name="Straight Connector 9"/>
            <p:cNvSpPr/>
            <p:nvPr/>
          </p:nvSpPr>
          <p:spPr>
            <a:xfrm flipH="1">
              <a:off x="4267607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7" name="Straight Connector 10"/>
            <p:cNvSpPr/>
            <p:nvPr/>
          </p:nvSpPr>
          <p:spPr>
            <a:xfrm flipH="1">
              <a:off x="5486745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8" name="Straight Connector 11"/>
            <p:cNvSpPr/>
            <p:nvPr/>
          </p:nvSpPr>
          <p:spPr>
            <a:xfrm flipH="1">
              <a:off x="6705883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9" name="Straight Connector 12"/>
            <p:cNvSpPr/>
            <p:nvPr/>
          </p:nvSpPr>
          <p:spPr>
            <a:xfrm flipH="1">
              <a:off x="7925021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0" name="Straight Connector 13"/>
            <p:cNvSpPr/>
            <p:nvPr/>
          </p:nvSpPr>
          <p:spPr>
            <a:xfrm flipH="1">
              <a:off x="9144159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1" name="Straight Connector 14"/>
            <p:cNvSpPr/>
            <p:nvPr/>
          </p:nvSpPr>
          <p:spPr>
            <a:xfrm flipH="1">
              <a:off x="10363298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2" name="Straight Connector 15"/>
            <p:cNvSpPr/>
            <p:nvPr/>
          </p:nvSpPr>
          <p:spPr>
            <a:xfrm flipH="1">
              <a:off x="11582436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3" name="Straight Connector 16"/>
            <p:cNvSpPr/>
            <p:nvPr/>
          </p:nvSpPr>
          <p:spPr>
            <a:xfrm>
              <a:off x="2816" y="38648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4" name="Straight Connector 17"/>
            <p:cNvSpPr/>
            <p:nvPr/>
          </p:nvSpPr>
          <p:spPr>
            <a:xfrm>
              <a:off x="2816" y="1611179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5" name="Straight Connector 18"/>
            <p:cNvSpPr/>
            <p:nvPr/>
          </p:nvSpPr>
          <p:spPr>
            <a:xfrm>
              <a:off x="2816" y="2835875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6" name="Straight Connector 19"/>
            <p:cNvSpPr/>
            <p:nvPr/>
          </p:nvSpPr>
          <p:spPr>
            <a:xfrm>
              <a:off x="2816" y="406057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7" name="Straight Connector 20"/>
            <p:cNvSpPr/>
            <p:nvPr/>
          </p:nvSpPr>
          <p:spPr>
            <a:xfrm>
              <a:off x="2816" y="5285269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8" name="Straight Connector 21"/>
            <p:cNvSpPr/>
            <p:nvPr/>
          </p:nvSpPr>
          <p:spPr>
            <a:xfrm>
              <a:off x="2816" y="6509965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95" name="Group 22"/>
            <p:cNvGrpSpPr/>
            <p:nvPr/>
          </p:nvGrpSpPr>
          <p:grpSpPr>
            <a:xfrm>
              <a:off x="-12" y="-6"/>
              <a:ext cx="12192009" cy="6858005"/>
              <a:chOff x="-6" y="-3"/>
              <a:chExt cx="12192008" cy="6858004"/>
            </a:xfrm>
          </p:grpSpPr>
          <p:sp>
            <p:nvSpPr>
              <p:cNvPr id="79" name="Straight Connector 40"/>
              <p:cNvSpPr/>
              <p:nvPr/>
            </p:nvSpPr>
            <p:spPr>
              <a:xfrm>
                <a:off x="225418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0" name="Straight Connector 41"/>
              <p:cNvSpPr/>
              <p:nvPr/>
            </p:nvSpPr>
            <p:spPr>
              <a:xfrm>
                <a:off x="1449148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1" name="Straight Connector 42"/>
              <p:cNvSpPr/>
              <p:nvPr/>
            </p:nvSpPr>
            <p:spPr>
              <a:xfrm>
                <a:off x="2665976" y="-3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2" name="Straight Connector 43"/>
              <p:cNvSpPr/>
              <p:nvPr/>
            </p:nvSpPr>
            <p:spPr>
              <a:xfrm>
                <a:off x="3885114" y="-3"/>
                <a:ext cx="6815935" cy="6858004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3" name="Straight Connector 44"/>
              <p:cNvSpPr/>
              <p:nvPr/>
            </p:nvSpPr>
            <p:spPr>
              <a:xfrm>
                <a:off x="5106497" y="-3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89" name="Group 45"/>
              <p:cNvGrpSpPr/>
              <p:nvPr/>
            </p:nvGrpSpPr>
            <p:grpSpPr>
              <a:xfrm>
                <a:off x="6327882" y="-4"/>
                <a:ext cx="5864120" cy="5898680"/>
                <a:chOff x="0" y="-1"/>
                <a:chExt cx="5864119" cy="5898678"/>
              </a:xfrm>
            </p:grpSpPr>
            <p:sp>
              <p:nvSpPr>
                <p:cNvPr id="84" name="Straight Connector 51"/>
                <p:cNvSpPr/>
                <p:nvPr/>
              </p:nvSpPr>
              <p:spPr>
                <a:xfrm>
                  <a:off x="0" y="-1"/>
                  <a:ext cx="5864120" cy="589867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5" name="Straight Connector 52"/>
                <p:cNvSpPr/>
                <p:nvPr/>
              </p:nvSpPr>
              <p:spPr>
                <a:xfrm>
                  <a:off x="1221382" y="0"/>
                  <a:ext cx="4642738" cy="4672428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6" name="Straight Connector 53"/>
                <p:cNvSpPr/>
                <p:nvPr/>
              </p:nvSpPr>
              <p:spPr>
                <a:xfrm>
                  <a:off x="2445113" y="-1"/>
                  <a:ext cx="3419007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7" name="Straight Connector 54"/>
                <p:cNvSpPr/>
                <p:nvPr/>
              </p:nvSpPr>
              <p:spPr>
                <a:xfrm>
                  <a:off x="3654315" y="-1"/>
                  <a:ext cx="2209805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8" name="Straight Connector 55"/>
                <p:cNvSpPr/>
                <p:nvPr/>
              </p:nvSpPr>
              <p:spPr>
                <a:xfrm>
                  <a:off x="4871136" y="-2"/>
                  <a:ext cx="992983" cy="100250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0" name="Straight Connector 46"/>
              <p:cNvSpPr/>
              <p:nvPr/>
            </p:nvSpPr>
            <p:spPr>
              <a:xfrm flipH="1" flipV="1">
                <a:off x="-7" y="1012051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" name="Straight Connector 47"/>
              <p:cNvSpPr/>
              <p:nvPr/>
            </p:nvSpPr>
            <p:spPr>
              <a:xfrm flipH="1" flipV="1">
                <a:off x="-6" y="2227337"/>
                <a:ext cx="4614784" cy="4630662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2" name="Straight Connector 48"/>
              <p:cNvSpPr/>
              <p:nvPr/>
            </p:nvSpPr>
            <p:spPr>
              <a:xfrm flipH="1" flipV="1">
                <a:off x="-7" y="3432148"/>
                <a:ext cx="3398422" cy="342585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3" name="Straight Connector 49"/>
              <p:cNvSpPr/>
              <p:nvPr/>
            </p:nvSpPr>
            <p:spPr>
              <a:xfrm flipH="1" flipV="1">
                <a:off x="-6" y="4651430"/>
                <a:ext cx="2196498" cy="220656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4" name="Straight Connector 50"/>
              <p:cNvSpPr/>
              <p:nvPr/>
            </p:nvSpPr>
            <p:spPr>
              <a:xfrm flipH="1" flipV="1">
                <a:off x="-6" y="5864452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12" name="Group 23"/>
            <p:cNvGrpSpPr/>
            <p:nvPr/>
          </p:nvGrpSpPr>
          <p:grpSpPr>
            <a:xfrm>
              <a:off x="-12" y="-9"/>
              <a:ext cx="12192012" cy="6858008"/>
              <a:chOff x="-8" y="-6"/>
              <a:chExt cx="12192011" cy="6858006"/>
            </a:xfrm>
          </p:grpSpPr>
          <p:sp>
            <p:nvSpPr>
              <p:cNvPr id="96" name="Straight Connector 24"/>
              <p:cNvSpPr/>
              <p:nvPr/>
            </p:nvSpPr>
            <p:spPr>
              <a:xfrm flipH="1">
                <a:off x="5150642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7" name="Straight Connector 25"/>
              <p:cNvSpPr/>
              <p:nvPr/>
            </p:nvSpPr>
            <p:spPr>
              <a:xfrm flipH="1">
                <a:off x="3926913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" name="Straight Connector 26"/>
              <p:cNvSpPr/>
              <p:nvPr/>
            </p:nvSpPr>
            <p:spPr>
              <a:xfrm flipH="1">
                <a:off x="2710085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9" name="Straight Connector 27"/>
              <p:cNvSpPr/>
              <p:nvPr/>
            </p:nvSpPr>
            <p:spPr>
              <a:xfrm flipH="1">
                <a:off x="1490947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0" name="Straight Connector 28"/>
              <p:cNvSpPr/>
              <p:nvPr/>
            </p:nvSpPr>
            <p:spPr>
              <a:xfrm flipH="1">
                <a:off x="225422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06" name="Group 29"/>
              <p:cNvGrpSpPr/>
              <p:nvPr/>
            </p:nvGrpSpPr>
            <p:grpSpPr>
              <a:xfrm>
                <a:off x="-9" y="-7"/>
                <a:ext cx="5864121" cy="5898679"/>
                <a:chOff x="-4" y="-3"/>
                <a:chExt cx="5864120" cy="5898677"/>
              </a:xfrm>
            </p:grpSpPr>
            <p:sp>
              <p:nvSpPr>
                <p:cNvPr id="101" name="Straight Connector 35"/>
                <p:cNvSpPr/>
                <p:nvPr/>
              </p:nvSpPr>
              <p:spPr>
                <a:xfrm flipH="1">
                  <a:off x="-5" y="-3"/>
                  <a:ext cx="5864121" cy="5898678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2" name="Straight Connector 36"/>
                <p:cNvSpPr/>
                <p:nvPr/>
              </p:nvSpPr>
              <p:spPr>
                <a:xfrm flipH="1">
                  <a:off x="-4" y="-3"/>
                  <a:ext cx="4642736" cy="467242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3" name="Straight Connector 37"/>
                <p:cNvSpPr/>
                <p:nvPr/>
              </p:nvSpPr>
              <p:spPr>
                <a:xfrm flipH="1">
                  <a:off x="-5" y="-4"/>
                  <a:ext cx="3419008" cy="3456752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4" name="Straight Connector 38"/>
                <p:cNvSpPr/>
                <p:nvPr/>
              </p:nvSpPr>
              <p:spPr>
                <a:xfrm flipH="1">
                  <a:off x="-4" y="-3"/>
                  <a:ext cx="2209803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5" name="Straight Connector 39"/>
                <p:cNvSpPr/>
                <p:nvPr/>
              </p:nvSpPr>
              <p:spPr>
                <a:xfrm flipH="1">
                  <a:off x="-4" y="-4"/>
                  <a:ext cx="992983" cy="1002508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07" name="Straight Connector 30"/>
              <p:cNvSpPr/>
              <p:nvPr/>
            </p:nvSpPr>
            <p:spPr>
              <a:xfrm flipV="1">
                <a:off x="6363188" y="1012051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8" name="Straight Connector 31"/>
              <p:cNvSpPr/>
              <p:nvPr/>
            </p:nvSpPr>
            <p:spPr>
              <a:xfrm flipV="1">
                <a:off x="7577219" y="2227337"/>
                <a:ext cx="4614784" cy="4630662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9" name="Straight Connector 32"/>
              <p:cNvSpPr/>
              <p:nvPr/>
            </p:nvSpPr>
            <p:spPr>
              <a:xfrm flipV="1">
                <a:off x="8793581" y="3432148"/>
                <a:ext cx="3398421" cy="342585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10" name="Straight Connector 33"/>
              <p:cNvSpPr/>
              <p:nvPr/>
            </p:nvSpPr>
            <p:spPr>
              <a:xfrm flipV="1">
                <a:off x="9995505" y="4651430"/>
                <a:ext cx="2196498" cy="220656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11" name="Straight Connector 34"/>
              <p:cNvSpPr/>
              <p:nvPr/>
            </p:nvSpPr>
            <p:spPr>
              <a:xfrm flipV="1">
                <a:off x="11204998" y="5864452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114" name="Title Text"/>
          <p:cNvSpPr txBox="1"/>
          <p:nvPr>
            <p:ph type="title"/>
          </p:nvPr>
        </p:nvSpPr>
        <p:spPr>
          <a:xfrm>
            <a:off x="1293843" y="1909346"/>
            <a:ext cx="9604312" cy="3383280"/>
          </a:xfrm>
          <a:prstGeom prst="rect">
            <a:avLst/>
          </a:prstGeom>
        </p:spPr>
        <p:txBody>
          <a:bodyPr/>
          <a:lstStyle>
            <a:lvl1pPr>
              <a:lnSpc>
                <a:spcPct val="76000"/>
              </a:lnSpc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5" name="Body Level One…"/>
          <p:cNvSpPr txBox="1"/>
          <p:nvPr>
            <p:ph type="body" sz="quarter" idx="1"/>
          </p:nvPr>
        </p:nvSpPr>
        <p:spPr>
          <a:xfrm>
            <a:off x="1293843" y="5432564"/>
            <a:ext cx="9604312" cy="45720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76F8C"/>
                </a:solidFill>
              </a:defRPr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76F8C"/>
                </a:solidFill>
              </a:defRPr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76F8C"/>
                </a:solidFill>
              </a:defRPr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76F8C"/>
                </a:solidFill>
              </a:defRPr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76F8C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traight Connector 57"/>
          <p:cNvSpPr/>
          <p:nvPr/>
        </p:nvSpPr>
        <p:spPr>
          <a:xfrm>
            <a:off x="1295400" y="5294174"/>
            <a:ext cx="9601201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xfrm>
            <a:off x="8478073" y="6236716"/>
            <a:ext cx="259527" cy="23926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Off val="-9333"/>
              </a:schemeClr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6"/>
          <p:cNvGrpSpPr/>
          <p:nvPr/>
        </p:nvGrpSpPr>
        <p:grpSpPr>
          <a:xfrm>
            <a:off x="-16" y="-10"/>
            <a:ext cx="12192012" cy="6858010"/>
            <a:chOff x="-11" y="-8"/>
            <a:chExt cx="12192011" cy="6858008"/>
          </a:xfrm>
        </p:grpSpPr>
        <p:sp>
          <p:nvSpPr>
            <p:cNvPr id="133" name="Straight Connector 7"/>
            <p:cNvSpPr/>
            <p:nvPr/>
          </p:nvSpPr>
          <p:spPr>
            <a:xfrm flipH="1">
              <a:off x="610192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4" name="Straight Connector 8"/>
            <p:cNvSpPr/>
            <p:nvPr/>
          </p:nvSpPr>
          <p:spPr>
            <a:xfrm flipH="1">
              <a:off x="1829330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5" name="Straight Connector 9"/>
            <p:cNvSpPr/>
            <p:nvPr/>
          </p:nvSpPr>
          <p:spPr>
            <a:xfrm flipH="1">
              <a:off x="3048469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6" name="Straight Connector 10"/>
            <p:cNvSpPr/>
            <p:nvPr/>
          </p:nvSpPr>
          <p:spPr>
            <a:xfrm flipH="1">
              <a:off x="4267607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7" name="Straight Connector 11"/>
            <p:cNvSpPr/>
            <p:nvPr/>
          </p:nvSpPr>
          <p:spPr>
            <a:xfrm flipH="1">
              <a:off x="5486745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8" name="Straight Connector 12"/>
            <p:cNvSpPr/>
            <p:nvPr/>
          </p:nvSpPr>
          <p:spPr>
            <a:xfrm flipH="1">
              <a:off x="6705883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9" name="Straight Connector 13"/>
            <p:cNvSpPr/>
            <p:nvPr/>
          </p:nvSpPr>
          <p:spPr>
            <a:xfrm flipH="1">
              <a:off x="7925021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0" name="Straight Connector 14"/>
            <p:cNvSpPr/>
            <p:nvPr/>
          </p:nvSpPr>
          <p:spPr>
            <a:xfrm flipH="1">
              <a:off x="9144159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1" name="Straight Connector 15"/>
            <p:cNvSpPr/>
            <p:nvPr/>
          </p:nvSpPr>
          <p:spPr>
            <a:xfrm flipH="1">
              <a:off x="10363298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2" name="Straight Connector 16"/>
            <p:cNvSpPr/>
            <p:nvPr/>
          </p:nvSpPr>
          <p:spPr>
            <a:xfrm flipH="1">
              <a:off x="11582436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3" name="Straight Connector 17"/>
            <p:cNvSpPr/>
            <p:nvPr/>
          </p:nvSpPr>
          <p:spPr>
            <a:xfrm>
              <a:off x="2816" y="38648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4" name="Straight Connector 18"/>
            <p:cNvSpPr/>
            <p:nvPr/>
          </p:nvSpPr>
          <p:spPr>
            <a:xfrm>
              <a:off x="2816" y="1611179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5" name="Straight Connector 19"/>
            <p:cNvSpPr/>
            <p:nvPr/>
          </p:nvSpPr>
          <p:spPr>
            <a:xfrm>
              <a:off x="2816" y="2835875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6" name="Straight Connector 20"/>
            <p:cNvSpPr/>
            <p:nvPr/>
          </p:nvSpPr>
          <p:spPr>
            <a:xfrm>
              <a:off x="2816" y="406057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7" name="Straight Connector 21"/>
            <p:cNvSpPr/>
            <p:nvPr/>
          </p:nvSpPr>
          <p:spPr>
            <a:xfrm>
              <a:off x="2816" y="5285269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8" name="Straight Connector 22"/>
            <p:cNvSpPr/>
            <p:nvPr/>
          </p:nvSpPr>
          <p:spPr>
            <a:xfrm>
              <a:off x="2816" y="6509965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65" name="Group 23"/>
            <p:cNvGrpSpPr/>
            <p:nvPr/>
          </p:nvGrpSpPr>
          <p:grpSpPr>
            <a:xfrm>
              <a:off x="-12" y="-6"/>
              <a:ext cx="12192009" cy="6858005"/>
              <a:chOff x="-6" y="-3"/>
              <a:chExt cx="12192008" cy="6858004"/>
            </a:xfrm>
          </p:grpSpPr>
          <p:sp>
            <p:nvSpPr>
              <p:cNvPr id="149" name="Straight Connector 41"/>
              <p:cNvSpPr/>
              <p:nvPr/>
            </p:nvSpPr>
            <p:spPr>
              <a:xfrm>
                <a:off x="225418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0" name="Straight Connector 42"/>
              <p:cNvSpPr/>
              <p:nvPr/>
            </p:nvSpPr>
            <p:spPr>
              <a:xfrm>
                <a:off x="1449148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1" name="Straight Connector 43"/>
              <p:cNvSpPr/>
              <p:nvPr/>
            </p:nvSpPr>
            <p:spPr>
              <a:xfrm>
                <a:off x="2665976" y="-3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2" name="Straight Connector 44"/>
              <p:cNvSpPr/>
              <p:nvPr/>
            </p:nvSpPr>
            <p:spPr>
              <a:xfrm>
                <a:off x="3885114" y="-3"/>
                <a:ext cx="6815935" cy="6858004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3" name="Straight Connector 45"/>
              <p:cNvSpPr/>
              <p:nvPr/>
            </p:nvSpPr>
            <p:spPr>
              <a:xfrm>
                <a:off x="5106497" y="-3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59" name="Group 46"/>
              <p:cNvGrpSpPr/>
              <p:nvPr/>
            </p:nvGrpSpPr>
            <p:grpSpPr>
              <a:xfrm>
                <a:off x="6327882" y="-4"/>
                <a:ext cx="5864120" cy="5898680"/>
                <a:chOff x="0" y="-1"/>
                <a:chExt cx="5864119" cy="5898678"/>
              </a:xfrm>
            </p:grpSpPr>
            <p:sp>
              <p:nvSpPr>
                <p:cNvPr id="154" name="Straight Connector 52"/>
                <p:cNvSpPr/>
                <p:nvPr/>
              </p:nvSpPr>
              <p:spPr>
                <a:xfrm>
                  <a:off x="0" y="-1"/>
                  <a:ext cx="5864120" cy="589867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5" name="Straight Connector 53"/>
                <p:cNvSpPr/>
                <p:nvPr/>
              </p:nvSpPr>
              <p:spPr>
                <a:xfrm>
                  <a:off x="1221382" y="0"/>
                  <a:ext cx="4642738" cy="4672428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6" name="Straight Connector 54"/>
                <p:cNvSpPr/>
                <p:nvPr/>
              </p:nvSpPr>
              <p:spPr>
                <a:xfrm>
                  <a:off x="2445113" y="-1"/>
                  <a:ext cx="3419007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7" name="Straight Connector 55"/>
                <p:cNvSpPr/>
                <p:nvPr/>
              </p:nvSpPr>
              <p:spPr>
                <a:xfrm>
                  <a:off x="3654315" y="-1"/>
                  <a:ext cx="2209805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8" name="Straight Connector 56"/>
                <p:cNvSpPr/>
                <p:nvPr/>
              </p:nvSpPr>
              <p:spPr>
                <a:xfrm>
                  <a:off x="4871136" y="-2"/>
                  <a:ext cx="992983" cy="100250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60" name="Straight Connector 47"/>
              <p:cNvSpPr/>
              <p:nvPr/>
            </p:nvSpPr>
            <p:spPr>
              <a:xfrm flipH="1" flipV="1">
                <a:off x="-7" y="1012051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1" name="Straight Connector 48"/>
              <p:cNvSpPr/>
              <p:nvPr/>
            </p:nvSpPr>
            <p:spPr>
              <a:xfrm flipH="1" flipV="1">
                <a:off x="-6" y="2227337"/>
                <a:ext cx="4614784" cy="4630662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2" name="Straight Connector 49"/>
              <p:cNvSpPr/>
              <p:nvPr/>
            </p:nvSpPr>
            <p:spPr>
              <a:xfrm flipH="1" flipV="1">
                <a:off x="-7" y="3432148"/>
                <a:ext cx="3398422" cy="3425851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3" name="Straight Connector 50"/>
              <p:cNvSpPr/>
              <p:nvPr/>
            </p:nvSpPr>
            <p:spPr>
              <a:xfrm flipH="1" flipV="1">
                <a:off x="-6" y="4651430"/>
                <a:ext cx="2196498" cy="220656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4" name="Straight Connector 51"/>
              <p:cNvSpPr/>
              <p:nvPr/>
            </p:nvSpPr>
            <p:spPr>
              <a:xfrm flipH="1" flipV="1">
                <a:off x="-6" y="5864452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82" name="Group 24"/>
            <p:cNvGrpSpPr/>
            <p:nvPr/>
          </p:nvGrpSpPr>
          <p:grpSpPr>
            <a:xfrm>
              <a:off x="-12" y="-9"/>
              <a:ext cx="12192012" cy="6858008"/>
              <a:chOff x="-8" y="-6"/>
              <a:chExt cx="12192011" cy="6858006"/>
            </a:xfrm>
          </p:grpSpPr>
          <p:sp>
            <p:nvSpPr>
              <p:cNvPr id="166" name="Straight Connector 25"/>
              <p:cNvSpPr/>
              <p:nvPr/>
            </p:nvSpPr>
            <p:spPr>
              <a:xfrm flipH="1">
                <a:off x="5150642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7" name="Straight Connector 26"/>
              <p:cNvSpPr/>
              <p:nvPr/>
            </p:nvSpPr>
            <p:spPr>
              <a:xfrm flipH="1">
                <a:off x="3926913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8" name="Straight Connector 27"/>
              <p:cNvSpPr/>
              <p:nvPr/>
            </p:nvSpPr>
            <p:spPr>
              <a:xfrm flipH="1">
                <a:off x="2710085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9" name="Straight Connector 28"/>
              <p:cNvSpPr/>
              <p:nvPr/>
            </p:nvSpPr>
            <p:spPr>
              <a:xfrm flipH="1">
                <a:off x="1490947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70" name="Straight Connector 29"/>
              <p:cNvSpPr/>
              <p:nvPr/>
            </p:nvSpPr>
            <p:spPr>
              <a:xfrm flipH="1">
                <a:off x="225422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76" name="Group 30"/>
              <p:cNvGrpSpPr/>
              <p:nvPr/>
            </p:nvGrpSpPr>
            <p:grpSpPr>
              <a:xfrm>
                <a:off x="-9" y="-7"/>
                <a:ext cx="5864121" cy="5898679"/>
                <a:chOff x="-4" y="-3"/>
                <a:chExt cx="5864120" cy="5898677"/>
              </a:xfrm>
            </p:grpSpPr>
            <p:sp>
              <p:nvSpPr>
                <p:cNvPr id="171" name="Straight Connector 36"/>
                <p:cNvSpPr/>
                <p:nvPr/>
              </p:nvSpPr>
              <p:spPr>
                <a:xfrm flipH="1">
                  <a:off x="-5" y="-3"/>
                  <a:ext cx="5864121" cy="5898678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2" name="Straight Connector 37"/>
                <p:cNvSpPr/>
                <p:nvPr/>
              </p:nvSpPr>
              <p:spPr>
                <a:xfrm flipH="1">
                  <a:off x="-4" y="-3"/>
                  <a:ext cx="4642736" cy="467242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3" name="Straight Connector 38"/>
                <p:cNvSpPr/>
                <p:nvPr/>
              </p:nvSpPr>
              <p:spPr>
                <a:xfrm flipH="1">
                  <a:off x="-5" y="-4"/>
                  <a:ext cx="3419008" cy="3456752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4" name="Straight Connector 39"/>
                <p:cNvSpPr/>
                <p:nvPr/>
              </p:nvSpPr>
              <p:spPr>
                <a:xfrm flipH="1">
                  <a:off x="-4" y="-3"/>
                  <a:ext cx="2209803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5" name="Straight Connector 40"/>
                <p:cNvSpPr/>
                <p:nvPr/>
              </p:nvSpPr>
              <p:spPr>
                <a:xfrm flipH="1">
                  <a:off x="-4" y="-4"/>
                  <a:ext cx="992983" cy="1002508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77" name="Straight Connector 31"/>
              <p:cNvSpPr/>
              <p:nvPr/>
            </p:nvSpPr>
            <p:spPr>
              <a:xfrm flipV="1">
                <a:off x="6363188" y="1012051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78" name="Straight Connector 32"/>
              <p:cNvSpPr/>
              <p:nvPr/>
            </p:nvSpPr>
            <p:spPr>
              <a:xfrm flipV="1">
                <a:off x="7577219" y="2227337"/>
                <a:ext cx="4614784" cy="4630662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79" name="Straight Connector 33"/>
              <p:cNvSpPr/>
              <p:nvPr/>
            </p:nvSpPr>
            <p:spPr>
              <a:xfrm flipV="1">
                <a:off x="8793581" y="3432148"/>
                <a:ext cx="3398421" cy="3425851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80" name="Straight Connector 34"/>
              <p:cNvSpPr/>
              <p:nvPr/>
            </p:nvSpPr>
            <p:spPr>
              <a:xfrm flipV="1">
                <a:off x="9995505" y="4651430"/>
                <a:ext cx="2196498" cy="220656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81" name="Straight Connector 35"/>
              <p:cNvSpPr/>
              <p:nvPr/>
            </p:nvSpPr>
            <p:spPr>
              <a:xfrm flipV="1">
                <a:off x="11204998" y="5864452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184" name="Title Text"/>
          <p:cNvSpPr txBox="1"/>
          <p:nvPr>
            <p:ph type="title"/>
          </p:nvPr>
        </p:nvSpPr>
        <p:spPr>
          <a:xfrm>
            <a:off x="1295400" y="2541571"/>
            <a:ext cx="9601200" cy="2743202"/>
          </a:xfrm>
          <a:prstGeom prst="rect">
            <a:avLst/>
          </a:prstGeom>
        </p:spPr>
        <p:txBody>
          <a:bodyPr/>
          <a:lstStyle>
            <a:lvl1pPr>
              <a:lnSpc>
                <a:spcPct val="85000"/>
              </a:lnSpc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5" name="Body Level One…"/>
          <p:cNvSpPr txBox="1"/>
          <p:nvPr>
            <p:ph type="body" sz="quarter" idx="1"/>
          </p:nvPr>
        </p:nvSpPr>
        <p:spPr>
          <a:xfrm>
            <a:off x="1295400" y="5431535"/>
            <a:ext cx="9601200" cy="45720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6" name="Straight Connector 57"/>
          <p:cNvSpPr/>
          <p:nvPr/>
        </p:nvSpPr>
        <p:spPr>
          <a:xfrm>
            <a:off x="1295400" y="5294174"/>
            <a:ext cx="9601201" cy="1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8478073" y="6236716"/>
            <a:ext cx="259527" cy="23926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itle Text"/>
          <p:cNvSpPr txBox="1"/>
          <p:nvPr>
            <p:ph type="title"/>
          </p:nvPr>
        </p:nvSpPr>
        <p:spPr>
          <a:xfrm>
            <a:off x="1295400" y="503853"/>
            <a:ext cx="9601200" cy="114238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5" name="Body Level One…"/>
          <p:cNvSpPr txBox="1"/>
          <p:nvPr>
            <p:ph type="body" sz="half" idx="1"/>
          </p:nvPr>
        </p:nvSpPr>
        <p:spPr>
          <a:xfrm>
            <a:off x="1295400" y="1981199"/>
            <a:ext cx="4572000" cy="381000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 Text"/>
          <p:cNvSpPr txBox="1"/>
          <p:nvPr>
            <p:ph type="title"/>
          </p:nvPr>
        </p:nvSpPr>
        <p:spPr>
          <a:xfrm>
            <a:off x="1295400" y="503853"/>
            <a:ext cx="9601200" cy="114238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04" name="Body Level One…"/>
          <p:cNvSpPr txBox="1"/>
          <p:nvPr>
            <p:ph type="body" sz="quarter" idx="1"/>
          </p:nvPr>
        </p:nvSpPr>
        <p:spPr>
          <a:xfrm>
            <a:off x="1295400" y="1818320"/>
            <a:ext cx="4572000" cy="641353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5" name="Text Placeholder 4"/>
          <p:cNvSpPr/>
          <p:nvPr>
            <p:ph type="body" sz="quarter" idx="21"/>
          </p:nvPr>
        </p:nvSpPr>
        <p:spPr>
          <a:xfrm>
            <a:off x="6324600" y="1818320"/>
            <a:ext cx="4572000" cy="641353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2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itle Text"/>
          <p:cNvSpPr txBox="1"/>
          <p:nvPr>
            <p:ph type="title"/>
          </p:nvPr>
        </p:nvSpPr>
        <p:spPr>
          <a:xfrm>
            <a:off x="1295400" y="503853"/>
            <a:ext cx="9601200" cy="114238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roup 160"/>
          <p:cNvGrpSpPr/>
          <p:nvPr/>
        </p:nvGrpSpPr>
        <p:grpSpPr>
          <a:xfrm>
            <a:off x="-16" y="-10"/>
            <a:ext cx="12192012" cy="6858010"/>
            <a:chOff x="-11" y="-8"/>
            <a:chExt cx="12192011" cy="6858008"/>
          </a:xfrm>
        </p:grpSpPr>
        <p:sp>
          <p:nvSpPr>
            <p:cNvPr id="221" name="Straight Connector 161"/>
            <p:cNvSpPr/>
            <p:nvPr/>
          </p:nvSpPr>
          <p:spPr>
            <a:xfrm flipH="1">
              <a:off x="610192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2" name="Straight Connector 162"/>
            <p:cNvSpPr/>
            <p:nvPr/>
          </p:nvSpPr>
          <p:spPr>
            <a:xfrm flipH="1">
              <a:off x="1829330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3" name="Straight Connector 163"/>
            <p:cNvSpPr/>
            <p:nvPr/>
          </p:nvSpPr>
          <p:spPr>
            <a:xfrm flipH="1">
              <a:off x="3048469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4" name="Straight Connector 164"/>
            <p:cNvSpPr/>
            <p:nvPr/>
          </p:nvSpPr>
          <p:spPr>
            <a:xfrm flipH="1">
              <a:off x="4267607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5" name="Straight Connector 165"/>
            <p:cNvSpPr/>
            <p:nvPr/>
          </p:nvSpPr>
          <p:spPr>
            <a:xfrm flipH="1">
              <a:off x="5486745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6" name="Straight Connector 166"/>
            <p:cNvSpPr/>
            <p:nvPr/>
          </p:nvSpPr>
          <p:spPr>
            <a:xfrm flipH="1">
              <a:off x="6705883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7" name="Straight Connector 167"/>
            <p:cNvSpPr/>
            <p:nvPr/>
          </p:nvSpPr>
          <p:spPr>
            <a:xfrm flipH="1">
              <a:off x="7925021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8" name="Straight Connector 168"/>
            <p:cNvSpPr/>
            <p:nvPr/>
          </p:nvSpPr>
          <p:spPr>
            <a:xfrm flipH="1">
              <a:off x="9144159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9" name="Straight Connector 169"/>
            <p:cNvSpPr/>
            <p:nvPr/>
          </p:nvSpPr>
          <p:spPr>
            <a:xfrm flipH="1">
              <a:off x="10363298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30" name="Straight Connector 170"/>
            <p:cNvSpPr/>
            <p:nvPr/>
          </p:nvSpPr>
          <p:spPr>
            <a:xfrm flipH="1">
              <a:off x="11582436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31" name="Straight Connector 171"/>
            <p:cNvSpPr/>
            <p:nvPr/>
          </p:nvSpPr>
          <p:spPr>
            <a:xfrm>
              <a:off x="2816" y="38648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32" name="Straight Connector 172"/>
            <p:cNvSpPr/>
            <p:nvPr/>
          </p:nvSpPr>
          <p:spPr>
            <a:xfrm>
              <a:off x="2816" y="1611179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33" name="Straight Connector 173"/>
            <p:cNvSpPr/>
            <p:nvPr/>
          </p:nvSpPr>
          <p:spPr>
            <a:xfrm>
              <a:off x="2816" y="2835875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34" name="Straight Connector 174"/>
            <p:cNvSpPr/>
            <p:nvPr/>
          </p:nvSpPr>
          <p:spPr>
            <a:xfrm>
              <a:off x="2816" y="406057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35" name="Straight Connector 175"/>
            <p:cNvSpPr/>
            <p:nvPr/>
          </p:nvSpPr>
          <p:spPr>
            <a:xfrm>
              <a:off x="2816" y="5285269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36" name="Straight Connector 176"/>
            <p:cNvSpPr/>
            <p:nvPr/>
          </p:nvSpPr>
          <p:spPr>
            <a:xfrm>
              <a:off x="2816" y="6509965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30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253" name="Group 177"/>
            <p:cNvGrpSpPr/>
            <p:nvPr/>
          </p:nvGrpSpPr>
          <p:grpSpPr>
            <a:xfrm>
              <a:off x="-12" y="-6"/>
              <a:ext cx="12192009" cy="6858005"/>
              <a:chOff x="-6" y="-3"/>
              <a:chExt cx="12192008" cy="6858004"/>
            </a:xfrm>
          </p:grpSpPr>
          <p:sp>
            <p:nvSpPr>
              <p:cNvPr id="237" name="Straight Connector 195"/>
              <p:cNvSpPr/>
              <p:nvPr/>
            </p:nvSpPr>
            <p:spPr>
              <a:xfrm>
                <a:off x="225418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38" name="Straight Connector 196"/>
              <p:cNvSpPr/>
              <p:nvPr/>
            </p:nvSpPr>
            <p:spPr>
              <a:xfrm>
                <a:off x="1449148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39" name="Straight Connector 197"/>
              <p:cNvSpPr/>
              <p:nvPr/>
            </p:nvSpPr>
            <p:spPr>
              <a:xfrm>
                <a:off x="2665976" y="-3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40" name="Straight Connector 198"/>
              <p:cNvSpPr/>
              <p:nvPr/>
            </p:nvSpPr>
            <p:spPr>
              <a:xfrm>
                <a:off x="3885114" y="-3"/>
                <a:ext cx="6815935" cy="6858004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41" name="Straight Connector 199"/>
              <p:cNvSpPr/>
              <p:nvPr/>
            </p:nvSpPr>
            <p:spPr>
              <a:xfrm>
                <a:off x="5106497" y="-3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247" name="Group 200"/>
              <p:cNvGrpSpPr/>
              <p:nvPr/>
            </p:nvGrpSpPr>
            <p:grpSpPr>
              <a:xfrm>
                <a:off x="6327882" y="-4"/>
                <a:ext cx="5864120" cy="5898680"/>
                <a:chOff x="0" y="-1"/>
                <a:chExt cx="5864119" cy="5898678"/>
              </a:xfrm>
            </p:grpSpPr>
            <p:sp>
              <p:nvSpPr>
                <p:cNvPr id="242" name="Straight Connector 206"/>
                <p:cNvSpPr/>
                <p:nvPr/>
              </p:nvSpPr>
              <p:spPr>
                <a:xfrm>
                  <a:off x="0" y="-1"/>
                  <a:ext cx="5864120" cy="589867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3" name="Straight Connector 207"/>
                <p:cNvSpPr/>
                <p:nvPr/>
              </p:nvSpPr>
              <p:spPr>
                <a:xfrm>
                  <a:off x="1221382" y="0"/>
                  <a:ext cx="4642738" cy="4672428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4" name="Straight Connector 208"/>
                <p:cNvSpPr/>
                <p:nvPr/>
              </p:nvSpPr>
              <p:spPr>
                <a:xfrm>
                  <a:off x="2445113" y="-1"/>
                  <a:ext cx="3419007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5" name="Straight Connector 209"/>
                <p:cNvSpPr/>
                <p:nvPr/>
              </p:nvSpPr>
              <p:spPr>
                <a:xfrm>
                  <a:off x="3654315" y="-1"/>
                  <a:ext cx="2209805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6" name="Straight Connector 210"/>
                <p:cNvSpPr/>
                <p:nvPr/>
              </p:nvSpPr>
              <p:spPr>
                <a:xfrm>
                  <a:off x="4871136" y="-2"/>
                  <a:ext cx="992983" cy="100250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248" name="Straight Connector 201"/>
              <p:cNvSpPr/>
              <p:nvPr/>
            </p:nvSpPr>
            <p:spPr>
              <a:xfrm flipH="1" flipV="1">
                <a:off x="-7" y="1012051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49" name="Straight Connector 202"/>
              <p:cNvSpPr/>
              <p:nvPr/>
            </p:nvSpPr>
            <p:spPr>
              <a:xfrm flipH="1" flipV="1">
                <a:off x="-6" y="2227337"/>
                <a:ext cx="4614784" cy="4630662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0" name="Straight Connector 203"/>
              <p:cNvSpPr/>
              <p:nvPr/>
            </p:nvSpPr>
            <p:spPr>
              <a:xfrm flipH="1" flipV="1">
                <a:off x="-7" y="3432148"/>
                <a:ext cx="3398422" cy="342585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1" name="Straight Connector 204"/>
              <p:cNvSpPr/>
              <p:nvPr/>
            </p:nvSpPr>
            <p:spPr>
              <a:xfrm flipH="1" flipV="1">
                <a:off x="-6" y="4651430"/>
                <a:ext cx="2196498" cy="220656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2" name="Straight Connector 205"/>
              <p:cNvSpPr/>
              <p:nvPr/>
            </p:nvSpPr>
            <p:spPr>
              <a:xfrm flipH="1" flipV="1">
                <a:off x="-6" y="5864452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270" name="Group 178"/>
            <p:cNvGrpSpPr/>
            <p:nvPr/>
          </p:nvGrpSpPr>
          <p:grpSpPr>
            <a:xfrm>
              <a:off x="-12" y="-9"/>
              <a:ext cx="12192012" cy="6858008"/>
              <a:chOff x="-8" y="-6"/>
              <a:chExt cx="12192011" cy="6858006"/>
            </a:xfrm>
          </p:grpSpPr>
          <p:sp>
            <p:nvSpPr>
              <p:cNvPr id="254" name="Straight Connector 179"/>
              <p:cNvSpPr/>
              <p:nvPr/>
            </p:nvSpPr>
            <p:spPr>
              <a:xfrm flipH="1">
                <a:off x="5150642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5" name="Straight Connector 180"/>
              <p:cNvSpPr/>
              <p:nvPr/>
            </p:nvSpPr>
            <p:spPr>
              <a:xfrm flipH="1">
                <a:off x="3926913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6" name="Straight Connector 181"/>
              <p:cNvSpPr/>
              <p:nvPr/>
            </p:nvSpPr>
            <p:spPr>
              <a:xfrm flipH="1">
                <a:off x="2710085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7" name="Straight Connector 182"/>
              <p:cNvSpPr/>
              <p:nvPr/>
            </p:nvSpPr>
            <p:spPr>
              <a:xfrm flipH="1">
                <a:off x="1490947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58" name="Straight Connector 183"/>
              <p:cNvSpPr/>
              <p:nvPr/>
            </p:nvSpPr>
            <p:spPr>
              <a:xfrm flipH="1">
                <a:off x="269564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264" name="Group 184"/>
              <p:cNvGrpSpPr/>
              <p:nvPr/>
            </p:nvGrpSpPr>
            <p:grpSpPr>
              <a:xfrm>
                <a:off x="-9" y="-7"/>
                <a:ext cx="5864121" cy="5898679"/>
                <a:chOff x="-4" y="-3"/>
                <a:chExt cx="5864120" cy="5898677"/>
              </a:xfrm>
            </p:grpSpPr>
            <p:sp>
              <p:nvSpPr>
                <p:cNvPr id="259" name="Straight Connector 190"/>
                <p:cNvSpPr/>
                <p:nvPr/>
              </p:nvSpPr>
              <p:spPr>
                <a:xfrm flipH="1">
                  <a:off x="-5" y="-3"/>
                  <a:ext cx="5864121" cy="5898678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0" name="Straight Connector 191"/>
                <p:cNvSpPr/>
                <p:nvPr/>
              </p:nvSpPr>
              <p:spPr>
                <a:xfrm flipH="1">
                  <a:off x="-4" y="-3"/>
                  <a:ext cx="4642736" cy="467242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1" name="Straight Connector 192"/>
                <p:cNvSpPr/>
                <p:nvPr/>
              </p:nvSpPr>
              <p:spPr>
                <a:xfrm flipH="1">
                  <a:off x="-5" y="-4"/>
                  <a:ext cx="3419008" cy="3456752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2" name="Straight Connector 193"/>
                <p:cNvSpPr/>
                <p:nvPr/>
              </p:nvSpPr>
              <p:spPr>
                <a:xfrm flipH="1">
                  <a:off x="-4" y="-3"/>
                  <a:ext cx="2209803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" name="Straight Connector 194"/>
                <p:cNvSpPr/>
                <p:nvPr/>
              </p:nvSpPr>
              <p:spPr>
                <a:xfrm flipH="1">
                  <a:off x="-4" y="-4"/>
                  <a:ext cx="992983" cy="1002508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3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265" name="Straight Connector 185"/>
              <p:cNvSpPr/>
              <p:nvPr/>
            </p:nvSpPr>
            <p:spPr>
              <a:xfrm flipV="1">
                <a:off x="6363188" y="1012051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6" name="Straight Connector 186"/>
              <p:cNvSpPr/>
              <p:nvPr/>
            </p:nvSpPr>
            <p:spPr>
              <a:xfrm flipV="1">
                <a:off x="7577219" y="2227337"/>
                <a:ext cx="4614784" cy="4630662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7" name="Straight Connector 187"/>
              <p:cNvSpPr/>
              <p:nvPr/>
            </p:nvSpPr>
            <p:spPr>
              <a:xfrm flipV="1">
                <a:off x="8793581" y="3432148"/>
                <a:ext cx="3398421" cy="342585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8" name="Straight Connector 188"/>
              <p:cNvSpPr/>
              <p:nvPr/>
            </p:nvSpPr>
            <p:spPr>
              <a:xfrm flipV="1">
                <a:off x="9995505" y="4651430"/>
                <a:ext cx="2196498" cy="220656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9" name="Straight Connector 189"/>
              <p:cNvSpPr/>
              <p:nvPr/>
            </p:nvSpPr>
            <p:spPr>
              <a:xfrm flipV="1">
                <a:off x="11204998" y="5864452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3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2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Off val="-9333"/>
              </a:schemeClr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roup 8"/>
          <p:cNvGrpSpPr/>
          <p:nvPr/>
        </p:nvGrpSpPr>
        <p:grpSpPr>
          <a:xfrm>
            <a:off x="-16" y="-10"/>
            <a:ext cx="12192012" cy="6858010"/>
            <a:chOff x="-11" y="-8"/>
            <a:chExt cx="12192011" cy="6858008"/>
          </a:xfrm>
        </p:grpSpPr>
        <p:sp>
          <p:nvSpPr>
            <p:cNvPr id="279" name="Straight Connector 9"/>
            <p:cNvSpPr/>
            <p:nvPr/>
          </p:nvSpPr>
          <p:spPr>
            <a:xfrm flipH="1">
              <a:off x="610192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0" name="Straight Connector 10"/>
            <p:cNvSpPr/>
            <p:nvPr/>
          </p:nvSpPr>
          <p:spPr>
            <a:xfrm flipH="1">
              <a:off x="1829330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1" name="Straight Connector 11"/>
            <p:cNvSpPr/>
            <p:nvPr/>
          </p:nvSpPr>
          <p:spPr>
            <a:xfrm flipH="1">
              <a:off x="3048469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2" name="Straight Connector 12"/>
            <p:cNvSpPr/>
            <p:nvPr/>
          </p:nvSpPr>
          <p:spPr>
            <a:xfrm flipH="1">
              <a:off x="4267607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3" name="Straight Connector 13"/>
            <p:cNvSpPr/>
            <p:nvPr/>
          </p:nvSpPr>
          <p:spPr>
            <a:xfrm flipH="1">
              <a:off x="5486745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4" name="Straight Connector 14"/>
            <p:cNvSpPr/>
            <p:nvPr/>
          </p:nvSpPr>
          <p:spPr>
            <a:xfrm flipH="1">
              <a:off x="6705883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5" name="Straight Connector 15"/>
            <p:cNvSpPr/>
            <p:nvPr/>
          </p:nvSpPr>
          <p:spPr>
            <a:xfrm flipH="1">
              <a:off x="7925021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6" name="Straight Connector 16"/>
            <p:cNvSpPr/>
            <p:nvPr/>
          </p:nvSpPr>
          <p:spPr>
            <a:xfrm flipH="1">
              <a:off x="9144159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7" name="Straight Connector 17"/>
            <p:cNvSpPr/>
            <p:nvPr/>
          </p:nvSpPr>
          <p:spPr>
            <a:xfrm flipH="1">
              <a:off x="10363298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8" name="Straight Connector 18"/>
            <p:cNvSpPr/>
            <p:nvPr/>
          </p:nvSpPr>
          <p:spPr>
            <a:xfrm flipH="1">
              <a:off x="11582436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9" name="Straight Connector 19"/>
            <p:cNvSpPr/>
            <p:nvPr/>
          </p:nvSpPr>
          <p:spPr>
            <a:xfrm>
              <a:off x="2816" y="38648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0" name="Straight Connector 20"/>
            <p:cNvSpPr/>
            <p:nvPr/>
          </p:nvSpPr>
          <p:spPr>
            <a:xfrm>
              <a:off x="2816" y="1611179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1" name="Straight Connector 21"/>
            <p:cNvSpPr/>
            <p:nvPr/>
          </p:nvSpPr>
          <p:spPr>
            <a:xfrm>
              <a:off x="2816" y="2835875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2" name="Straight Connector 22"/>
            <p:cNvSpPr/>
            <p:nvPr/>
          </p:nvSpPr>
          <p:spPr>
            <a:xfrm>
              <a:off x="2816" y="406057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3" name="Straight Connector 23"/>
            <p:cNvSpPr/>
            <p:nvPr/>
          </p:nvSpPr>
          <p:spPr>
            <a:xfrm>
              <a:off x="2816" y="5285269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4" name="Straight Connector 24"/>
            <p:cNvSpPr/>
            <p:nvPr/>
          </p:nvSpPr>
          <p:spPr>
            <a:xfrm>
              <a:off x="2816" y="6509965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311" name="Group 25"/>
            <p:cNvGrpSpPr/>
            <p:nvPr/>
          </p:nvGrpSpPr>
          <p:grpSpPr>
            <a:xfrm>
              <a:off x="-12" y="-6"/>
              <a:ext cx="12192009" cy="6858005"/>
              <a:chOff x="-6" y="-3"/>
              <a:chExt cx="12192008" cy="6858004"/>
            </a:xfrm>
          </p:grpSpPr>
          <p:sp>
            <p:nvSpPr>
              <p:cNvPr id="295" name="Straight Connector 43"/>
              <p:cNvSpPr/>
              <p:nvPr/>
            </p:nvSpPr>
            <p:spPr>
              <a:xfrm>
                <a:off x="225418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96" name="Straight Connector 44"/>
              <p:cNvSpPr/>
              <p:nvPr/>
            </p:nvSpPr>
            <p:spPr>
              <a:xfrm>
                <a:off x="1449148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97" name="Straight Connector 45"/>
              <p:cNvSpPr/>
              <p:nvPr/>
            </p:nvSpPr>
            <p:spPr>
              <a:xfrm>
                <a:off x="2665976" y="-3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98" name="Straight Connector 46"/>
              <p:cNvSpPr/>
              <p:nvPr/>
            </p:nvSpPr>
            <p:spPr>
              <a:xfrm>
                <a:off x="3885114" y="-3"/>
                <a:ext cx="6815935" cy="6858004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99" name="Straight Connector 47"/>
              <p:cNvSpPr/>
              <p:nvPr/>
            </p:nvSpPr>
            <p:spPr>
              <a:xfrm>
                <a:off x="5106497" y="-3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05" name="Group 48"/>
              <p:cNvGrpSpPr/>
              <p:nvPr/>
            </p:nvGrpSpPr>
            <p:grpSpPr>
              <a:xfrm>
                <a:off x="6327882" y="-4"/>
                <a:ext cx="5864120" cy="5898680"/>
                <a:chOff x="0" y="-1"/>
                <a:chExt cx="5864119" cy="5898678"/>
              </a:xfrm>
            </p:grpSpPr>
            <p:sp>
              <p:nvSpPr>
                <p:cNvPr id="300" name="Straight Connector 54"/>
                <p:cNvSpPr/>
                <p:nvPr/>
              </p:nvSpPr>
              <p:spPr>
                <a:xfrm>
                  <a:off x="0" y="-1"/>
                  <a:ext cx="5864120" cy="589867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1" name="Straight Connector 55"/>
                <p:cNvSpPr/>
                <p:nvPr/>
              </p:nvSpPr>
              <p:spPr>
                <a:xfrm>
                  <a:off x="1221382" y="0"/>
                  <a:ext cx="4642738" cy="4672428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2" name="Straight Connector 56"/>
                <p:cNvSpPr/>
                <p:nvPr/>
              </p:nvSpPr>
              <p:spPr>
                <a:xfrm>
                  <a:off x="2445113" y="-1"/>
                  <a:ext cx="3419007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3" name="Straight Connector 57"/>
                <p:cNvSpPr/>
                <p:nvPr/>
              </p:nvSpPr>
              <p:spPr>
                <a:xfrm>
                  <a:off x="3654315" y="-1"/>
                  <a:ext cx="2209805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4" name="Straight Connector 58"/>
                <p:cNvSpPr/>
                <p:nvPr/>
              </p:nvSpPr>
              <p:spPr>
                <a:xfrm>
                  <a:off x="4871136" y="-2"/>
                  <a:ext cx="992983" cy="100250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06" name="Straight Connector 49"/>
              <p:cNvSpPr/>
              <p:nvPr/>
            </p:nvSpPr>
            <p:spPr>
              <a:xfrm flipH="1" flipV="1">
                <a:off x="-7" y="1012051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7" name="Straight Connector 50"/>
              <p:cNvSpPr/>
              <p:nvPr/>
            </p:nvSpPr>
            <p:spPr>
              <a:xfrm flipH="1" flipV="1">
                <a:off x="-6" y="2227337"/>
                <a:ext cx="4614784" cy="4630662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8" name="Straight Connector 51"/>
              <p:cNvSpPr/>
              <p:nvPr/>
            </p:nvSpPr>
            <p:spPr>
              <a:xfrm flipH="1" flipV="1">
                <a:off x="-7" y="3432148"/>
                <a:ext cx="3398422" cy="3425851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9" name="Straight Connector 52"/>
              <p:cNvSpPr/>
              <p:nvPr/>
            </p:nvSpPr>
            <p:spPr>
              <a:xfrm flipH="1" flipV="1">
                <a:off x="-6" y="4651430"/>
                <a:ext cx="2196498" cy="220656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0" name="Straight Connector 53"/>
              <p:cNvSpPr/>
              <p:nvPr/>
            </p:nvSpPr>
            <p:spPr>
              <a:xfrm flipH="1" flipV="1">
                <a:off x="-6" y="5864452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28" name="Group 26"/>
            <p:cNvGrpSpPr/>
            <p:nvPr/>
          </p:nvGrpSpPr>
          <p:grpSpPr>
            <a:xfrm>
              <a:off x="-12" y="-9"/>
              <a:ext cx="12192012" cy="6858008"/>
              <a:chOff x="-8" y="-6"/>
              <a:chExt cx="12192011" cy="6858006"/>
            </a:xfrm>
          </p:grpSpPr>
          <p:sp>
            <p:nvSpPr>
              <p:cNvPr id="312" name="Straight Connector 27"/>
              <p:cNvSpPr/>
              <p:nvPr/>
            </p:nvSpPr>
            <p:spPr>
              <a:xfrm flipH="1">
                <a:off x="5150642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3" name="Straight Connector 28"/>
              <p:cNvSpPr/>
              <p:nvPr/>
            </p:nvSpPr>
            <p:spPr>
              <a:xfrm flipH="1">
                <a:off x="3926913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4" name="Straight Connector 29"/>
              <p:cNvSpPr/>
              <p:nvPr/>
            </p:nvSpPr>
            <p:spPr>
              <a:xfrm flipH="1">
                <a:off x="2710085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5" name="Straight Connector 30"/>
              <p:cNvSpPr/>
              <p:nvPr/>
            </p:nvSpPr>
            <p:spPr>
              <a:xfrm flipH="1">
                <a:off x="1490947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6" name="Straight Connector 31"/>
              <p:cNvSpPr/>
              <p:nvPr/>
            </p:nvSpPr>
            <p:spPr>
              <a:xfrm flipH="1">
                <a:off x="225422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22" name="Group 32"/>
              <p:cNvGrpSpPr/>
              <p:nvPr/>
            </p:nvGrpSpPr>
            <p:grpSpPr>
              <a:xfrm>
                <a:off x="-9" y="-7"/>
                <a:ext cx="5864121" cy="5898679"/>
                <a:chOff x="-4" y="-3"/>
                <a:chExt cx="5864120" cy="5898677"/>
              </a:xfrm>
            </p:grpSpPr>
            <p:sp>
              <p:nvSpPr>
                <p:cNvPr id="317" name="Straight Connector 38"/>
                <p:cNvSpPr/>
                <p:nvPr/>
              </p:nvSpPr>
              <p:spPr>
                <a:xfrm flipH="1">
                  <a:off x="-5" y="-3"/>
                  <a:ext cx="5864121" cy="5898678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8" name="Straight Connector 39"/>
                <p:cNvSpPr/>
                <p:nvPr/>
              </p:nvSpPr>
              <p:spPr>
                <a:xfrm flipH="1">
                  <a:off x="-4" y="-3"/>
                  <a:ext cx="4642736" cy="467242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9" name="Straight Connector 40"/>
                <p:cNvSpPr/>
                <p:nvPr/>
              </p:nvSpPr>
              <p:spPr>
                <a:xfrm flipH="1">
                  <a:off x="-5" y="-4"/>
                  <a:ext cx="3419008" cy="3456752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0" name="Straight Connector 41"/>
                <p:cNvSpPr/>
                <p:nvPr/>
              </p:nvSpPr>
              <p:spPr>
                <a:xfrm flipH="1">
                  <a:off x="-4" y="-3"/>
                  <a:ext cx="2209803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1" name="Straight Connector 42"/>
                <p:cNvSpPr/>
                <p:nvPr/>
              </p:nvSpPr>
              <p:spPr>
                <a:xfrm flipH="1">
                  <a:off x="-4" y="-4"/>
                  <a:ext cx="992983" cy="1002508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23" name="Straight Connector 33"/>
              <p:cNvSpPr/>
              <p:nvPr/>
            </p:nvSpPr>
            <p:spPr>
              <a:xfrm flipV="1">
                <a:off x="6363188" y="1012051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4" name="Straight Connector 34"/>
              <p:cNvSpPr/>
              <p:nvPr/>
            </p:nvSpPr>
            <p:spPr>
              <a:xfrm flipV="1">
                <a:off x="7577219" y="2227337"/>
                <a:ext cx="4614784" cy="4630662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5" name="Straight Connector 35"/>
              <p:cNvSpPr/>
              <p:nvPr/>
            </p:nvSpPr>
            <p:spPr>
              <a:xfrm flipV="1">
                <a:off x="8793581" y="3432148"/>
                <a:ext cx="3398421" cy="3425851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6" name="Straight Connector 36"/>
              <p:cNvSpPr/>
              <p:nvPr/>
            </p:nvSpPr>
            <p:spPr>
              <a:xfrm flipV="1">
                <a:off x="9995505" y="4651430"/>
                <a:ext cx="2196498" cy="220656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7" name="Straight Connector 37"/>
              <p:cNvSpPr/>
              <p:nvPr/>
            </p:nvSpPr>
            <p:spPr>
              <a:xfrm flipV="1">
                <a:off x="11204998" y="5864452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330" name="Rectangle 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69000">
                <a:srgbClr val="FFFFFF"/>
              </a:gs>
              <a:gs pos="100000">
                <a:srgbClr val="F2F2F2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itle Text"/>
          <p:cNvSpPr txBox="1"/>
          <p:nvPr>
            <p:ph type="title"/>
          </p:nvPr>
        </p:nvSpPr>
        <p:spPr>
          <a:xfrm>
            <a:off x="7913151" y="571500"/>
            <a:ext cx="3657602" cy="2197100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2" name="Body Level One…"/>
          <p:cNvSpPr txBox="1"/>
          <p:nvPr>
            <p:ph type="body" idx="1"/>
          </p:nvPr>
        </p:nvSpPr>
        <p:spPr>
          <a:xfrm>
            <a:off x="543196" y="571500"/>
            <a:ext cx="6217923" cy="57150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3" name="Text Placeholder 3"/>
          <p:cNvSpPr/>
          <p:nvPr>
            <p:ph type="body" sz="quarter" idx="21"/>
          </p:nvPr>
        </p:nvSpPr>
        <p:spPr>
          <a:xfrm>
            <a:off x="7913151" y="2995010"/>
            <a:ext cx="3657602" cy="228595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4" name="Straight Connector 59"/>
          <p:cNvSpPr/>
          <p:nvPr/>
        </p:nvSpPr>
        <p:spPr>
          <a:xfrm>
            <a:off x="7923089" y="2895600"/>
            <a:ext cx="3659313" cy="0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Off val="-9333"/>
              </a:schemeClr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7"/>
          <p:cNvGrpSpPr/>
          <p:nvPr/>
        </p:nvGrpSpPr>
        <p:grpSpPr>
          <a:xfrm>
            <a:off x="-16" y="-10"/>
            <a:ext cx="12192012" cy="6858010"/>
            <a:chOff x="-11" y="-8"/>
            <a:chExt cx="12192011" cy="6858008"/>
          </a:xfrm>
        </p:grpSpPr>
        <p:sp>
          <p:nvSpPr>
            <p:cNvPr id="342" name="Straight Connector 8"/>
            <p:cNvSpPr/>
            <p:nvPr/>
          </p:nvSpPr>
          <p:spPr>
            <a:xfrm flipH="1">
              <a:off x="610192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43" name="Straight Connector 9"/>
            <p:cNvSpPr/>
            <p:nvPr/>
          </p:nvSpPr>
          <p:spPr>
            <a:xfrm flipH="1">
              <a:off x="1829330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44" name="Straight Connector 10"/>
            <p:cNvSpPr/>
            <p:nvPr/>
          </p:nvSpPr>
          <p:spPr>
            <a:xfrm flipH="1">
              <a:off x="3048469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45" name="Straight Connector 11"/>
            <p:cNvSpPr/>
            <p:nvPr/>
          </p:nvSpPr>
          <p:spPr>
            <a:xfrm flipH="1">
              <a:off x="4267607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46" name="Straight Connector 12"/>
            <p:cNvSpPr/>
            <p:nvPr/>
          </p:nvSpPr>
          <p:spPr>
            <a:xfrm flipH="1">
              <a:off x="5486745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47" name="Straight Connector 13"/>
            <p:cNvSpPr/>
            <p:nvPr/>
          </p:nvSpPr>
          <p:spPr>
            <a:xfrm flipH="1">
              <a:off x="6705883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48" name="Straight Connector 14"/>
            <p:cNvSpPr/>
            <p:nvPr/>
          </p:nvSpPr>
          <p:spPr>
            <a:xfrm flipH="1">
              <a:off x="7925021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49" name="Straight Connector 15"/>
            <p:cNvSpPr/>
            <p:nvPr/>
          </p:nvSpPr>
          <p:spPr>
            <a:xfrm flipH="1">
              <a:off x="9144159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0" name="Straight Connector 16"/>
            <p:cNvSpPr/>
            <p:nvPr/>
          </p:nvSpPr>
          <p:spPr>
            <a:xfrm flipH="1">
              <a:off x="10363298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1" name="Straight Connector 17"/>
            <p:cNvSpPr/>
            <p:nvPr/>
          </p:nvSpPr>
          <p:spPr>
            <a:xfrm flipH="1">
              <a:off x="11582436" y="-1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2" name="Straight Connector 18"/>
            <p:cNvSpPr/>
            <p:nvPr/>
          </p:nvSpPr>
          <p:spPr>
            <a:xfrm>
              <a:off x="2816" y="38648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3" name="Straight Connector 19"/>
            <p:cNvSpPr/>
            <p:nvPr/>
          </p:nvSpPr>
          <p:spPr>
            <a:xfrm>
              <a:off x="2816" y="1611179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4" name="Straight Connector 20"/>
            <p:cNvSpPr/>
            <p:nvPr/>
          </p:nvSpPr>
          <p:spPr>
            <a:xfrm>
              <a:off x="2816" y="2835875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5" name="Straight Connector 21"/>
            <p:cNvSpPr/>
            <p:nvPr/>
          </p:nvSpPr>
          <p:spPr>
            <a:xfrm>
              <a:off x="2816" y="406057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6" name="Straight Connector 22"/>
            <p:cNvSpPr/>
            <p:nvPr/>
          </p:nvSpPr>
          <p:spPr>
            <a:xfrm>
              <a:off x="2816" y="5285269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7" name="Straight Connector 23"/>
            <p:cNvSpPr/>
            <p:nvPr/>
          </p:nvSpPr>
          <p:spPr>
            <a:xfrm>
              <a:off x="2816" y="6509965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276F8C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374" name="Group 24"/>
            <p:cNvGrpSpPr/>
            <p:nvPr/>
          </p:nvGrpSpPr>
          <p:grpSpPr>
            <a:xfrm>
              <a:off x="-12" y="-6"/>
              <a:ext cx="12192009" cy="6858005"/>
              <a:chOff x="-6" y="-3"/>
              <a:chExt cx="12192008" cy="6858004"/>
            </a:xfrm>
          </p:grpSpPr>
          <p:sp>
            <p:nvSpPr>
              <p:cNvPr id="358" name="Straight Connector 42"/>
              <p:cNvSpPr/>
              <p:nvPr/>
            </p:nvSpPr>
            <p:spPr>
              <a:xfrm>
                <a:off x="225418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59" name="Straight Connector 43"/>
              <p:cNvSpPr/>
              <p:nvPr/>
            </p:nvSpPr>
            <p:spPr>
              <a:xfrm>
                <a:off x="1449148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60" name="Straight Connector 44"/>
              <p:cNvSpPr/>
              <p:nvPr/>
            </p:nvSpPr>
            <p:spPr>
              <a:xfrm>
                <a:off x="2665976" y="-3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61" name="Straight Connector 45"/>
              <p:cNvSpPr/>
              <p:nvPr/>
            </p:nvSpPr>
            <p:spPr>
              <a:xfrm>
                <a:off x="3885114" y="-3"/>
                <a:ext cx="6815935" cy="6858004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62" name="Straight Connector 46"/>
              <p:cNvSpPr/>
              <p:nvPr/>
            </p:nvSpPr>
            <p:spPr>
              <a:xfrm>
                <a:off x="5106497" y="-3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68" name="Group 47"/>
              <p:cNvGrpSpPr/>
              <p:nvPr/>
            </p:nvGrpSpPr>
            <p:grpSpPr>
              <a:xfrm>
                <a:off x="6327882" y="-4"/>
                <a:ext cx="5864120" cy="5898680"/>
                <a:chOff x="0" y="-1"/>
                <a:chExt cx="5864119" cy="5898678"/>
              </a:xfrm>
            </p:grpSpPr>
            <p:sp>
              <p:nvSpPr>
                <p:cNvPr id="363" name="Straight Connector 53"/>
                <p:cNvSpPr/>
                <p:nvPr/>
              </p:nvSpPr>
              <p:spPr>
                <a:xfrm>
                  <a:off x="0" y="-1"/>
                  <a:ext cx="5864120" cy="589867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4" name="Straight Connector 54"/>
                <p:cNvSpPr/>
                <p:nvPr/>
              </p:nvSpPr>
              <p:spPr>
                <a:xfrm>
                  <a:off x="1221382" y="0"/>
                  <a:ext cx="4642738" cy="4672428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5" name="Straight Connector 55"/>
                <p:cNvSpPr/>
                <p:nvPr/>
              </p:nvSpPr>
              <p:spPr>
                <a:xfrm>
                  <a:off x="2445113" y="-1"/>
                  <a:ext cx="3419007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6" name="Straight Connector 56"/>
                <p:cNvSpPr/>
                <p:nvPr/>
              </p:nvSpPr>
              <p:spPr>
                <a:xfrm>
                  <a:off x="3654315" y="-1"/>
                  <a:ext cx="2209805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7" name="Straight Connector 57"/>
                <p:cNvSpPr/>
                <p:nvPr/>
              </p:nvSpPr>
              <p:spPr>
                <a:xfrm>
                  <a:off x="4871136" y="-2"/>
                  <a:ext cx="992983" cy="100250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69" name="Straight Connector 48"/>
              <p:cNvSpPr/>
              <p:nvPr/>
            </p:nvSpPr>
            <p:spPr>
              <a:xfrm flipH="1" flipV="1">
                <a:off x="-7" y="1012051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0" name="Straight Connector 49"/>
              <p:cNvSpPr/>
              <p:nvPr/>
            </p:nvSpPr>
            <p:spPr>
              <a:xfrm flipH="1" flipV="1">
                <a:off x="-6" y="2227337"/>
                <a:ext cx="4614784" cy="4630662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1" name="Straight Connector 50"/>
              <p:cNvSpPr/>
              <p:nvPr/>
            </p:nvSpPr>
            <p:spPr>
              <a:xfrm flipH="1" flipV="1">
                <a:off x="-7" y="3432148"/>
                <a:ext cx="3398422" cy="3425851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2" name="Straight Connector 51"/>
              <p:cNvSpPr/>
              <p:nvPr/>
            </p:nvSpPr>
            <p:spPr>
              <a:xfrm flipH="1" flipV="1">
                <a:off x="-6" y="4651430"/>
                <a:ext cx="2196498" cy="220656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3" name="Straight Connector 52"/>
              <p:cNvSpPr/>
              <p:nvPr/>
            </p:nvSpPr>
            <p:spPr>
              <a:xfrm flipH="1" flipV="1">
                <a:off x="-6" y="5864452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91" name="Group 25"/>
            <p:cNvGrpSpPr/>
            <p:nvPr/>
          </p:nvGrpSpPr>
          <p:grpSpPr>
            <a:xfrm>
              <a:off x="-12" y="-9"/>
              <a:ext cx="12192012" cy="6858008"/>
              <a:chOff x="-8" y="-6"/>
              <a:chExt cx="12192011" cy="6858006"/>
            </a:xfrm>
          </p:grpSpPr>
          <p:sp>
            <p:nvSpPr>
              <p:cNvPr id="375" name="Straight Connector 26"/>
              <p:cNvSpPr/>
              <p:nvPr/>
            </p:nvSpPr>
            <p:spPr>
              <a:xfrm flipH="1">
                <a:off x="5150642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6" name="Straight Connector 27"/>
              <p:cNvSpPr/>
              <p:nvPr/>
            </p:nvSpPr>
            <p:spPr>
              <a:xfrm flipH="1">
                <a:off x="3926913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7" name="Straight Connector 28"/>
              <p:cNvSpPr/>
              <p:nvPr/>
            </p:nvSpPr>
            <p:spPr>
              <a:xfrm flipH="1">
                <a:off x="2710085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8" name="Straight Connector 29"/>
              <p:cNvSpPr/>
              <p:nvPr/>
            </p:nvSpPr>
            <p:spPr>
              <a:xfrm flipH="1">
                <a:off x="1490947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9" name="Straight Connector 30"/>
              <p:cNvSpPr/>
              <p:nvPr/>
            </p:nvSpPr>
            <p:spPr>
              <a:xfrm flipH="1">
                <a:off x="225422" y="-2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85" name="Group 31"/>
              <p:cNvGrpSpPr/>
              <p:nvPr/>
            </p:nvGrpSpPr>
            <p:grpSpPr>
              <a:xfrm>
                <a:off x="-9" y="-7"/>
                <a:ext cx="5864121" cy="5898679"/>
                <a:chOff x="-4" y="-3"/>
                <a:chExt cx="5864120" cy="5898677"/>
              </a:xfrm>
            </p:grpSpPr>
            <p:sp>
              <p:nvSpPr>
                <p:cNvPr id="380" name="Straight Connector 37"/>
                <p:cNvSpPr/>
                <p:nvPr/>
              </p:nvSpPr>
              <p:spPr>
                <a:xfrm flipH="1">
                  <a:off x="-5" y="-3"/>
                  <a:ext cx="5864121" cy="5898678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1" name="Straight Connector 38"/>
                <p:cNvSpPr/>
                <p:nvPr/>
              </p:nvSpPr>
              <p:spPr>
                <a:xfrm flipH="1">
                  <a:off x="-4" y="-3"/>
                  <a:ext cx="4642736" cy="4672429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2" name="Straight Connector 39"/>
                <p:cNvSpPr/>
                <p:nvPr/>
              </p:nvSpPr>
              <p:spPr>
                <a:xfrm flipH="1">
                  <a:off x="-5" y="-4"/>
                  <a:ext cx="3419008" cy="3456752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3" name="Straight Connector 40"/>
                <p:cNvSpPr/>
                <p:nvPr/>
              </p:nvSpPr>
              <p:spPr>
                <a:xfrm flipH="1">
                  <a:off x="-4" y="-3"/>
                  <a:ext cx="2209803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4" name="Straight Connector 41"/>
                <p:cNvSpPr/>
                <p:nvPr/>
              </p:nvSpPr>
              <p:spPr>
                <a:xfrm flipH="1">
                  <a:off x="-4" y="-4"/>
                  <a:ext cx="992983" cy="1002508"/>
                </a:xfrm>
                <a:prstGeom prst="line">
                  <a:avLst/>
                </a:prstGeom>
                <a:noFill/>
                <a:ln w="6350" cap="flat">
                  <a:solidFill>
                    <a:srgbClr val="276F8C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86" name="Straight Connector 32"/>
              <p:cNvSpPr/>
              <p:nvPr/>
            </p:nvSpPr>
            <p:spPr>
              <a:xfrm flipV="1">
                <a:off x="6363188" y="1012051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87" name="Straight Connector 33"/>
              <p:cNvSpPr/>
              <p:nvPr/>
            </p:nvSpPr>
            <p:spPr>
              <a:xfrm flipV="1">
                <a:off x="7577219" y="2227337"/>
                <a:ext cx="4614784" cy="4630662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88" name="Straight Connector 34"/>
              <p:cNvSpPr/>
              <p:nvPr/>
            </p:nvSpPr>
            <p:spPr>
              <a:xfrm flipV="1">
                <a:off x="8793581" y="3432148"/>
                <a:ext cx="3398421" cy="3425851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89" name="Straight Connector 35"/>
              <p:cNvSpPr/>
              <p:nvPr/>
            </p:nvSpPr>
            <p:spPr>
              <a:xfrm flipV="1">
                <a:off x="9995505" y="4651430"/>
                <a:ext cx="2196498" cy="2206569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90" name="Straight Connector 36"/>
              <p:cNvSpPr/>
              <p:nvPr/>
            </p:nvSpPr>
            <p:spPr>
              <a:xfrm flipV="1">
                <a:off x="11204998" y="5864452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276F8C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393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69000">
                <a:srgbClr val="FFFFFF"/>
              </a:gs>
              <a:gs pos="100000">
                <a:srgbClr val="F2F2F2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Straight Connector 58"/>
          <p:cNvSpPr/>
          <p:nvPr/>
        </p:nvSpPr>
        <p:spPr>
          <a:xfrm>
            <a:off x="7923089" y="2895600"/>
            <a:ext cx="3659313" cy="0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Title Text"/>
          <p:cNvSpPr txBox="1"/>
          <p:nvPr>
            <p:ph type="title"/>
          </p:nvPr>
        </p:nvSpPr>
        <p:spPr>
          <a:xfrm>
            <a:off x="7909559" y="576072"/>
            <a:ext cx="3657602" cy="2194562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96" name="Picture Placeholder 2"/>
          <p:cNvSpPr/>
          <p:nvPr>
            <p:ph type="pic" idx="21"/>
          </p:nvPr>
        </p:nvSpPr>
        <p:spPr>
          <a:xfrm>
            <a:off x="4412" y="-159"/>
            <a:ext cx="73152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7" name="Body Level One…"/>
          <p:cNvSpPr txBox="1"/>
          <p:nvPr>
            <p:ph type="body" sz="quarter" idx="1"/>
          </p:nvPr>
        </p:nvSpPr>
        <p:spPr>
          <a:xfrm>
            <a:off x="7909559" y="2999232"/>
            <a:ext cx="3657602" cy="228600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1pPr>
            <a:lvl2pPr marL="0" indent="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2pPr>
            <a:lvl3pPr marL="0" indent="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3pPr>
            <a:lvl4pPr marL="0" indent="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4pPr>
            <a:lvl5pPr marL="0" indent="0">
              <a:spcBef>
                <a:spcPts val="12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8" name="Slide Number"/>
          <p:cNvSpPr txBox="1"/>
          <p:nvPr>
            <p:ph type="sldNum" sz="quarter" idx="2"/>
          </p:nvPr>
        </p:nvSpPr>
        <p:spPr>
          <a:xfrm>
            <a:off x="8478073" y="6236716"/>
            <a:ext cx="259527" cy="23926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FFFFFF"/>
            </a:gs>
            <a:gs pos="52999">
              <a:srgbClr val="FFFFFF"/>
            </a:gs>
            <a:gs pos="100000">
              <a:srgbClr val="F2F2F2">
                <a:alpha val="64999"/>
              </a:srgb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95"/>
          <p:cNvGrpSpPr/>
          <p:nvPr/>
        </p:nvGrpSpPr>
        <p:grpSpPr>
          <a:xfrm>
            <a:off x="-4" y="-195947"/>
            <a:ext cx="12192010" cy="6858005"/>
            <a:chOff x="-1" y="-2"/>
            <a:chExt cx="12192008" cy="6858004"/>
          </a:xfrm>
        </p:grpSpPr>
        <p:sp>
          <p:nvSpPr>
            <p:cNvPr id="2" name="Straight Connector 96"/>
            <p:cNvSpPr/>
            <p:nvPr/>
          </p:nvSpPr>
          <p:spPr>
            <a:xfrm flipH="1">
              <a:off x="610195" y="0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" name="Straight Connector 97"/>
            <p:cNvSpPr/>
            <p:nvPr/>
          </p:nvSpPr>
          <p:spPr>
            <a:xfrm flipH="1">
              <a:off x="1829333" y="0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" name="Straight Connector 98"/>
            <p:cNvSpPr/>
            <p:nvPr/>
          </p:nvSpPr>
          <p:spPr>
            <a:xfrm flipH="1">
              <a:off x="3048471" y="0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" name="Straight Connector 99"/>
            <p:cNvSpPr/>
            <p:nvPr/>
          </p:nvSpPr>
          <p:spPr>
            <a:xfrm flipH="1">
              <a:off x="4267610" y="0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" name="Straight Connector 100"/>
            <p:cNvSpPr/>
            <p:nvPr/>
          </p:nvSpPr>
          <p:spPr>
            <a:xfrm flipH="1">
              <a:off x="5486748" y="0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" name="Straight Connector 101"/>
            <p:cNvSpPr/>
            <p:nvPr/>
          </p:nvSpPr>
          <p:spPr>
            <a:xfrm flipH="1">
              <a:off x="6705886" y="0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" name="Straight Connector 102"/>
            <p:cNvSpPr/>
            <p:nvPr/>
          </p:nvSpPr>
          <p:spPr>
            <a:xfrm flipH="1">
              <a:off x="7925024" y="0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" name="Straight Connector 103"/>
            <p:cNvSpPr/>
            <p:nvPr/>
          </p:nvSpPr>
          <p:spPr>
            <a:xfrm flipH="1">
              <a:off x="9144163" y="0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" name="Straight Connector 104"/>
            <p:cNvSpPr/>
            <p:nvPr/>
          </p:nvSpPr>
          <p:spPr>
            <a:xfrm flipH="1">
              <a:off x="10363301" y="0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" name="Straight Connector 105"/>
            <p:cNvSpPr/>
            <p:nvPr/>
          </p:nvSpPr>
          <p:spPr>
            <a:xfrm flipH="1">
              <a:off x="11582439" y="0"/>
              <a:ext cx="1" cy="685800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" name="Straight Connector 106"/>
            <p:cNvSpPr/>
            <p:nvPr/>
          </p:nvSpPr>
          <p:spPr>
            <a:xfrm>
              <a:off x="2819" y="386484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" name="Straight Connector 107"/>
            <p:cNvSpPr/>
            <p:nvPr/>
          </p:nvSpPr>
          <p:spPr>
            <a:xfrm>
              <a:off x="2819" y="1611180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" name="Straight Connector 108"/>
            <p:cNvSpPr/>
            <p:nvPr/>
          </p:nvSpPr>
          <p:spPr>
            <a:xfrm>
              <a:off x="2819" y="2835876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" name="Straight Connector 109"/>
            <p:cNvSpPr/>
            <p:nvPr/>
          </p:nvSpPr>
          <p:spPr>
            <a:xfrm>
              <a:off x="2819" y="4060573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" name="Straight Connector 110"/>
            <p:cNvSpPr/>
            <p:nvPr/>
          </p:nvSpPr>
          <p:spPr>
            <a:xfrm>
              <a:off x="2819" y="5285270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" name="Straight Connector 111"/>
            <p:cNvSpPr/>
            <p:nvPr/>
          </p:nvSpPr>
          <p:spPr>
            <a:xfrm>
              <a:off x="2819" y="6509966"/>
              <a:ext cx="12188956" cy="1"/>
            </a:xfrm>
            <a:prstGeom prst="line">
              <a:avLst/>
            </a:prstGeom>
            <a:noFill/>
            <a:ln w="6350" cap="flat">
              <a:solidFill>
                <a:srgbClr val="D9D9D9">
                  <a:alpha val="25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34" name="Group 112"/>
            <p:cNvGrpSpPr/>
            <p:nvPr/>
          </p:nvGrpSpPr>
          <p:grpSpPr>
            <a:xfrm>
              <a:off x="-2" y="-3"/>
              <a:ext cx="12192010" cy="6858005"/>
              <a:chOff x="0" y="-1"/>
              <a:chExt cx="12192008" cy="6858004"/>
            </a:xfrm>
          </p:grpSpPr>
          <p:sp>
            <p:nvSpPr>
              <p:cNvPr id="18" name="Straight Connector 130"/>
              <p:cNvSpPr/>
              <p:nvPr/>
            </p:nvSpPr>
            <p:spPr>
              <a:xfrm>
                <a:off x="225425" y="-1"/>
                <a:ext cx="6815936" cy="6858004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" name="Straight Connector 131"/>
              <p:cNvSpPr/>
              <p:nvPr/>
            </p:nvSpPr>
            <p:spPr>
              <a:xfrm>
                <a:off x="1449155" y="0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" name="Straight Connector 132"/>
              <p:cNvSpPr/>
              <p:nvPr/>
            </p:nvSpPr>
            <p:spPr>
              <a:xfrm>
                <a:off x="2665983" y="0"/>
                <a:ext cx="6815936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1" name="Straight Connector 133"/>
              <p:cNvSpPr/>
              <p:nvPr/>
            </p:nvSpPr>
            <p:spPr>
              <a:xfrm>
                <a:off x="3885121" y="0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2" name="Straight Connector 134"/>
              <p:cNvSpPr/>
              <p:nvPr/>
            </p:nvSpPr>
            <p:spPr>
              <a:xfrm>
                <a:off x="5106504" y="0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28" name="Group 135"/>
              <p:cNvGrpSpPr/>
              <p:nvPr/>
            </p:nvGrpSpPr>
            <p:grpSpPr>
              <a:xfrm>
                <a:off x="6327888" y="-2"/>
                <a:ext cx="5864121" cy="5898679"/>
                <a:chOff x="0" y="-1"/>
                <a:chExt cx="5864119" cy="5898678"/>
              </a:xfrm>
            </p:grpSpPr>
            <p:sp>
              <p:nvSpPr>
                <p:cNvPr id="23" name="Straight Connector 141"/>
                <p:cNvSpPr/>
                <p:nvPr/>
              </p:nvSpPr>
              <p:spPr>
                <a:xfrm>
                  <a:off x="0" y="-1"/>
                  <a:ext cx="5864120" cy="589867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" name="Straight Connector 142"/>
                <p:cNvSpPr/>
                <p:nvPr/>
              </p:nvSpPr>
              <p:spPr>
                <a:xfrm>
                  <a:off x="1221382" y="0"/>
                  <a:ext cx="4642738" cy="4672428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5" name="Straight Connector 143"/>
                <p:cNvSpPr/>
                <p:nvPr/>
              </p:nvSpPr>
              <p:spPr>
                <a:xfrm>
                  <a:off x="2445113" y="-1"/>
                  <a:ext cx="3419008" cy="3456751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" name="Straight Connector 144"/>
                <p:cNvSpPr/>
                <p:nvPr/>
              </p:nvSpPr>
              <p:spPr>
                <a:xfrm>
                  <a:off x="3654316" y="-1"/>
                  <a:ext cx="2209804" cy="2226472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" name="Straight Connector 145"/>
                <p:cNvSpPr/>
                <p:nvPr/>
              </p:nvSpPr>
              <p:spPr>
                <a:xfrm>
                  <a:off x="4871136" y="-2"/>
                  <a:ext cx="992983" cy="1002509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29" name="Straight Connector 136"/>
              <p:cNvSpPr/>
              <p:nvPr/>
            </p:nvSpPr>
            <p:spPr>
              <a:xfrm flipH="1" flipV="1">
                <a:off x="-1" y="1012053"/>
                <a:ext cx="5828816" cy="584594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" name="Straight Connector 137"/>
              <p:cNvSpPr/>
              <p:nvPr/>
            </p:nvSpPr>
            <p:spPr>
              <a:xfrm flipH="1" flipV="1">
                <a:off x="-1" y="2227339"/>
                <a:ext cx="4614785" cy="4630662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" name="Straight Connector 138"/>
              <p:cNvSpPr/>
              <p:nvPr/>
            </p:nvSpPr>
            <p:spPr>
              <a:xfrm flipH="1" flipV="1">
                <a:off x="0" y="3432150"/>
                <a:ext cx="3398422" cy="342585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2" name="Straight Connector 139"/>
              <p:cNvSpPr/>
              <p:nvPr/>
            </p:nvSpPr>
            <p:spPr>
              <a:xfrm flipH="1" flipV="1">
                <a:off x="-1" y="4651432"/>
                <a:ext cx="2196499" cy="220656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" name="Straight Connector 140"/>
              <p:cNvSpPr/>
              <p:nvPr/>
            </p:nvSpPr>
            <p:spPr>
              <a:xfrm flipH="1" flipV="1">
                <a:off x="0" y="5864454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51" name="Group 113"/>
            <p:cNvGrpSpPr/>
            <p:nvPr/>
          </p:nvGrpSpPr>
          <p:grpSpPr>
            <a:xfrm>
              <a:off x="-1" y="-2"/>
              <a:ext cx="12192008" cy="6858004"/>
              <a:chOff x="0" y="-1"/>
              <a:chExt cx="12192006" cy="6858003"/>
            </a:xfrm>
          </p:grpSpPr>
          <p:sp>
            <p:nvSpPr>
              <p:cNvPr id="35" name="Straight Connector 114"/>
              <p:cNvSpPr/>
              <p:nvPr/>
            </p:nvSpPr>
            <p:spPr>
              <a:xfrm flipH="1">
                <a:off x="5150646" y="0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6" name="Straight Connector 115"/>
              <p:cNvSpPr/>
              <p:nvPr/>
            </p:nvSpPr>
            <p:spPr>
              <a:xfrm flipH="1">
                <a:off x="3926916" y="0"/>
                <a:ext cx="6815936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7" name="Straight Connector 116"/>
              <p:cNvSpPr/>
              <p:nvPr/>
            </p:nvSpPr>
            <p:spPr>
              <a:xfrm flipH="1">
                <a:off x="2710088" y="0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8" name="Straight Connector 117"/>
              <p:cNvSpPr/>
              <p:nvPr/>
            </p:nvSpPr>
            <p:spPr>
              <a:xfrm flipH="1">
                <a:off x="1490950" y="0"/>
                <a:ext cx="6815936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9" name="Straight Connector 118"/>
              <p:cNvSpPr/>
              <p:nvPr/>
            </p:nvSpPr>
            <p:spPr>
              <a:xfrm flipH="1">
                <a:off x="269567" y="0"/>
                <a:ext cx="6815935" cy="6858003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45" name="Group 119"/>
              <p:cNvGrpSpPr/>
              <p:nvPr/>
            </p:nvGrpSpPr>
            <p:grpSpPr>
              <a:xfrm>
                <a:off x="-1" y="-2"/>
                <a:ext cx="5864122" cy="5898679"/>
                <a:chOff x="0" y="0"/>
                <a:chExt cx="5864120" cy="5898677"/>
              </a:xfrm>
            </p:grpSpPr>
            <p:sp>
              <p:nvSpPr>
                <p:cNvPr id="40" name="Straight Connector 125"/>
                <p:cNvSpPr/>
                <p:nvPr/>
              </p:nvSpPr>
              <p:spPr>
                <a:xfrm flipH="1">
                  <a:off x="0" y="0"/>
                  <a:ext cx="5864121" cy="5898677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" name="Straight Connector 126"/>
                <p:cNvSpPr/>
                <p:nvPr/>
              </p:nvSpPr>
              <p:spPr>
                <a:xfrm flipH="1">
                  <a:off x="0" y="-1"/>
                  <a:ext cx="4642737" cy="4672430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2" name="Straight Connector 127"/>
                <p:cNvSpPr/>
                <p:nvPr/>
              </p:nvSpPr>
              <p:spPr>
                <a:xfrm flipH="1">
                  <a:off x="0" y="-1"/>
                  <a:ext cx="3419007" cy="3456753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3" name="Straight Connector 128"/>
                <p:cNvSpPr/>
                <p:nvPr/>
              </p:nvSpPr>
              <p:spPr>
                <a:xfrm flipH="1">
                  <a:off x="0" y="-1"/>
                  <a:ext cx="2209803" cy="2226473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4" name="Straight Connector 129"/>
                <p:cNvSpPr/>
                <p:nvPr/>
              </p:nvSpPr>
              <p:spPr>
                <a:xfrm flipH="1">
                  <a:off x="0" y="0"/>
                  <a:ext cx="992983" cy="1002508"/>
                </a:xfrm>
                <a:prstGeom prst="line">
                  <a:avLst/>
                </a:prstGeom>
                <a:noFill/>
                <a:ln w="6350" cap="flat">
                  <a:solidFill>
                    <a:srgbClr val="D9D9D9">
                      <a:alpha val="2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46" name="Straight Connector 120"/>
              <p:cNvSpPr/>
              <p:nvPr/>
            </p:nvSpPr>
            <p:spPr>
              <a:xfrm flipV="1">
                <a:off x="6363192" y="1012053"/>
                <a:ext cx="5828814" cy="5845948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" name="Straight Connector 121"/>
              <p:cNvSpPr/>
              <p:nvPr/>
            </p:nvSpPr>
            <p:spPr>
              <a:xfrm flipV="1">
                <a:off x="7577222" y="2227340"/>
                <a:ext cx="4614785" cy="463066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" name="Straight Connector 122"/>
              <p:cNvSpPr/>
              <p:nvPr/>
            </p:nvSpPr>
            <p:spPr>
              <a:xfrm flipV="1">
                <a:off x="8793585" y="3432150"/>
                <a:ext cx="3398422" cy="3425851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9" name="Straight Connector 123"/>
              <p:cNvSpPr/>
              <p:nvPr/>
            </p:nvSpPr>
            <p:spPr>
              <a:xfrm flipV="1">
                <a:off x="9995508" y="4651432"/>
                <a:ext cx="2196499" cy="2206569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" name="Straight Connector 124"/>
              <p:cNvSpPr/>
              <p:nvPr/>
            </p:nvSpPr>
            <p:spPr>
              <a:xfrm flipV="1">
                <a:off x="11205002" y="5864454"/>
                <a:ext cx="987005" cy="993547"/>
              </a:xfrm>
              <a:prstGeom prst="line">
                <a:avLst/>
              </a:prstGeom>
              <a:noFill/>
              <a:ln w="6350" cap="flat">
                <a:solidFill>
                  <a:srgbClr val="D9D9D9">
                    <a:alpha val="25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53" name="Straight Connector 147"/>
          <p:cNvSpPr/>
          <p:nvPr/>
        </p:nvSpPr>
        <p:spPr>
          <a:xfrm>
            <a:off x="609600" y="6172200"/>
            <a:ext cx="10972801" cy="0"/>
          </a:xfrm>
          <a:prstGeom prst="line">
            <a:avLst/>
          </a:prstGeom>
          <a:ln w="12700">
            <a:solidFill>
              <a:srgbClr val="276F8C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" name="Title Text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5" name="Body Level One…"/>
          <p:cNvSpPr txBox="1"/>
          <p:nvPr>
            <p:ph type="body" idx="1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xfrm>
            <a:off x="11324666" y="6281263"/>
            <a:ext cx="259528" cy="239268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100">
                <a:solidFill>
                  <a:srgbClr val="1A1A1A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276F8C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477519" marR="0" indent="-203198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730646" marR="0" indent="-224233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992776" marR="0" indent="-261257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1219879" marR="0" indent="-256267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449976" marR="0" indent="-261257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1677079" marR="0" indent="-256267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1907176" marR="0" indent="-261256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Pct val="100000"/>
        <a:buFont typeface="Arial"/>
        <a:buChar char="▪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1800"/>
        </a:spcBef>
        <a:spcAft>
          <a:spcPts val="0"/>
        </a:spcAft>
        <a:buClr>
          <a:srgbClr val="276F8C"/>
        </a:buClr>
        <a:buSzTx/>
        <a:buFont typeface="Arial"/>
        <a:buNone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jis1MC5Tm8k" TargetMode="External"/><Relationship Id="rId3" Type="http://schemas.openxmlformats.org/officeDocument/2006/relationships/hyperlink" Target="https://kno.wled.ge/features/pixel-art-converter/" TargetMode="External"/><Relationship Id="rId4" Type="http://schemas.openxmlformats.org/officeDocument/2006/relationships/hyperlink" Target="https://github.com/kudp02/wled-matrix-tool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dafruit.com/product/607" TargetMode="External"/><Relationship Id="rId3" Type="http://schemas.openxmlformats.org/officeDocument/2006/relationships/hyperlink" Target="https://www.amazon.com/dp/B09Q2SGF3R" TargetMode="External"/><Relationship Id="rId4" Type="http://schemas.openxmlformats.org/officeDocument/2006/relationships/hyperlink" Target="https://www.amazon.com/dp/B09R1QG957w.adafruit.com/product/607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itle 1"/>
          <p:cNvSpPr txBox="1"/>
          <p:nvPr>
            <p:ph type="ctrTitle"/>
          </p:nvPr>
        </p:nvSpPr>
        <p:spPr>
          <a:xfrm>
            <a:off x="1293843" y="1909346"/>
            <a:ext cx="9907556" cy="3383282"/>
          </a:xfrm>
          <a:prstGeom prst="rect">
            <a:avLst/>
          </a:prstGeom>
        </p:spPr>
        <p:txBody>
          <a:bodyPr/>
          <a:lstStyle/>
          <a:p>
            <a:pPr>
              <a:defRPr sz="6000"/>
            </a:pPr>
            <a:r>
              <a:t>EDES 301</a:t>
            </a:r>
            <a:br/>
            <a:br/>
            <a:r>
              <a:t>Window to Another World Proposal</a:t>
            </a:r>
          </a:p>
        </p:txBody>
      </p:sp>
      <p:sp>
        <p:nvSpPr>
          <p:cNvPr id="408" name="Subtitle 2"/>
          <p:cNvSpPr txBox="1"/>
          <p:nvPr>
            <p:ph type="subTitle" sz="quarter" idx="1"/>
          </p:nvPr>
        </p:nvSpPr>
        <p:spPr>
          <a:xfrm>
            <a:off x="1293845" y="5432564"/>
            <a:ext cx="9604310" cy="1120638"/>
          </a:xfrm>
          <a:prstGeom prst="rect">
            <a:avLst/>
          </a:prstGeom>
        </p:spPr>
        <p:txBody>
          <a:bodyPr/>
          <a:lstStyle/>
          <a:p>
            <a:pPr/>
            <a:r>
              <a:t>Feb 22, 2026</a:t>
            </a:r>
          </a:p>
          <a:p>
            <a:pPr/>
            <a:r>
              <a:t>Clay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itle 1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</p:spPr>
        <p:txBody>
          <a:bodyPr/>
          <a:lstStyle/>
          <a:p>
            <a:pPr/>
            <a:r>
              <a:t>Background Information</a:t>
            </a:r>
          </a:p>
        </p:txBody>
      </p:sp>
      <p:sp>
        <p:nvSpPr>
          <p:cNvPr id="411" name="Content Placeholder 2"/>
          <p:cNvSpPr txBox="1"/>
          <p:nvPr>
            <p:ph type="body" idx="1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</p:spPr>
        <p:txBody>
          <a:bodyPr/>
          <a:lstStyle/>
          <a:p>
            <a:pPr/>
            <a:r>
              <a:t>For this project, I’d like to create a piece of art that is responsive to changes in rotation by showing different ‘slices’ of a 360 degree image. This is inspired by a cool build I saw of this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Fluid Simulation Pendant</a:t>
            </a:r>
            <a:r>
              <a:t> that swishes the fluid around given detected movements by the IMU.</a:t>
            </a:r>
          </a:p>
          <a:p>
            <a:pPr/>
            <a:r>
              <a:t>I will need a tool to turn a 360 degree image into a 2d ‘slice’ given my detected IMU angle (which should be reasonably simple, something I can code myself) and a tool to turn an image into a 32x32 LED matrix output (can use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this tool?</a:t>
            </a:r>
            <a:r>
              <a:t> or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this tool?</a:t>
            </a:r>
            <a:r>
              <a:t> to experiment.  along with some hardware interface). Probably going to use some sort of dithering / data compression technique (ideally, the change as the device is moved around will give the viewer the ability to infer greater resolution of the image than the actual 32 x 32 pixel matrix would normally permit)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itle 1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</p:spPr>
        <p:txBody>
          <a:bodyPr/>
          <a:lstStyle/>
          <a:p>
            <a:pPr/>
            <a:r>
              <a:t>System Block Diagram</a:t>
            </a:r>
          </a:p>
        </p:txBody>
      </p:sp>
      <p:grpSp>
        <p:nvGrpSpPr>
          <p:cNvPr id="416" name="PocketBeagle"/>
          <p:cNvGrpSpPr/>
          <p:nvPr/>
        </p:nvGrpSpPr>
        <p:grpSpPr>
          <a:xfrm>
            <a:off x="2629449" y="2460690"/>
            <a:ext cx="1646885" cy="1909020"/>
            <a:chOff x="0" y="0"/>
            <a:chExt cx="1646883" cy="1909018"/>
          </a:xfrm>
        </p:grpSpPr>
        <p:sp>
          <p:nvSpPr>
            <p:cNvPr id="414" name="Rectangle"/>
            <p:cNvSpPr/>
            <p:nvPr/>
          </p:nvSpPr>
          <p:spPr>
            <a:xfrm>
              <a:off x="0" y="0"/>
              <a:ext cx="1646884" cy="1909019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5" name="PocketBeagle"/>
            <p:cNvSpPr txBox="1"/>
            <p:nvPr/>
          </p:nvSpPr>
          <p:spPr>
            <a:xfrm>
              <a:off x="3175" y="779179"/>
              <a:ext cx="1640534" cy="350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PocketBeagle</a:t>
              </a:r>
            </a:p>
          </p:txBody>
        </p:sp>
      </p:grpSp>
      <p:grpSp>
        <p:nvGrpSpPr>
          <p:cNvPr id="419" name="GY-521 MPU6050…"/>
          <p:cNvGrpSpPr/>
          <p:nvPr/>
        </p:nvGrpSpPr>
        <p:grpSpPr>
          <a:xfrm>
            <a:off x="7955939" y="3328675"/>
            <a:ext cx="1646884" cy="1909020"/>
            <a:chOff x="0" y="0"/>
            <a:chExt cx="1646883" cy="1909018"/>
          </a:xfrm>
        </p:grpSpPr>
        <p:sp>
          <p:nvSpPr>
            <p:cNvPr id="417" name="Rectangle"/>
            <p:cNvSpPr/>
            <p:nvPr/>
          </p:nvSpPr>
          <p:spPr>
            <a:xfrm>
              <a:off x="-1" y="0"/>
              <a:ext cx="1646885" cy="1909019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8" name="GY-521 MPU6050…"/>
            <p:cNvSpPr txBox="1"/>
            <p:nvPr/>
          </p:nvSpPr>
          <p:spPr>
            <a:xfrm>
              <a:off x="3174" y="379129"/>
              <a:ext cx="1640535" cy="11507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GY-521</a:t>
              </a:r>
              <a:br/>
              <a:r>
                <a:t>MPU6050</a:t>
              </a:r>
            </a:p>
            <a:p>
              <a:pPr algn="ctr">
                <a:defRPr>
                  <a:solidFill>
                    <a:srgbClr val="FFFFFF"/>
                  </a:solidFill>
                </a:defRPr>
              </a:pPr>
              <a:br/>
              <a:r>
                <a:t>IMU Module</a:t>
              </a:r>
            </a:p>
          </p:txBody>
        </p:sp>
      </p:grpSp>
      <p:grpSp>
        <p:nvGrpSpPr>
          <p:cNvPr id="422" name="Adafruit…"/>
          <p:cNvGrpSpPr/>
          <p:nvPr/>
        </p:nvGrpSpPr>
        <p:grpSpPr>
          <a:xfrm>
            <a:off x="7955939" y="1228415"/>
            <a:ext cx="1646884" cy="1909020"/>
            <a:chOff x="0" y="0"/>
            <a:chExt cx="1646883" cy="1909018"/>
          </a:xfrm>
        </p:grpSpPr>
        <p:sp>
          <p:nvSpPr>
            <p:cNvPr id="420" name="Rectangle"/>
            <p:cNvSpPr/>
            <p:nvPr/>
          </p:nvSpPr>
          <p:spPr>
            <a:xfrm>
              <a:off x="-1" y="0"/>
              <a:ext cx="1646885" cy="1909019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1" name="Adafruit…"/>
            <p:cNvSpPr txBox="1"/>
            <p:nvPr/>
          </p:nvSpPr>
          <p:spPr>
            <a:xfrm>
              <a:off x="3174" y="245779"/>
              <a:ext cx="1640535" cy="1417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Adafruit </a:t>
              </a:r>
            </a:p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Model 607</a:t>
              </a:r>
            </a:p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32 x 32 LED Matrix</a:t>
              </a:r>
            </a:p>
          </p:txBody>
        </p:sp>
      </p:grpSp>
      <p:sp>
        <p:nvSpPr>
          <p:cNvPr id="423" name="Line"/>
          <p:cNvSpPr/>
          <p:nvPr/>
        </p:nvSpPr>
        <p:spPr>
          <a:xfrm>
            <a:off x="4507379" y="3909252"/>
            <a:ext cx="3344585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" name="GPIO"/>
          <p:cNvSpPr txBox="1"/>
          <p:nvPr/>
        </p:nvSpPr>
        <p:spPr>
          <a:xfrm>
            <a:off x="4681070" y="2137591"/>
            <a:ext cx="764031" cy="39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100"/>
            </a:pPr>
            <a:r>
              <a:t>GPIO Pins</a:t>
            </a:r>
          </a:p>
          <a:p>
            <a:pPr>
              <a:defRPr sz="1100"/>
            </a:pPr>
            <a:r>
              <a:t>1 - 13</a:t>
            </a:r>
          </a:p>
        </p:txBody>
      </p:sp>
      <p:sp>
        <p:nvSpPr>
          <p:cNvPr id="425" name="I2C"/>
          <p:cNvSpPr txBox="1"/>
          <p:nvPr/>
        </p:nvSpPr>
        <p:spPr>
          <a:xfrm>
            <a:off x="5683932" y="3909252"/>
            <a:ext cx="108238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I2C(3.3V)</a:t>
            </a:r>
          </a:p>
        </p:txBody>
      </p:sp>
      <p:grpSp>
        <p:nvGrpSpPr>
          <p:cNvPr id="428" name="Adafruit…"/>
          <p:cNvGrpSpPr/>
          <p:nvPr/>
        </p:nvGrpSpPr>
        <p:grpSpPr>
          <a:xfrm>
            <a:off x="857016" y="2659350"/>
            <a:ext cx="779242" cy="498623"/>
            <a:chOff x="0" y="0"/>
            <a:chExt cx="779240" cy="498621"/>
          </a:xfrm>
        </p:grpSpPr>
        <p:sp>
          <p:nvSpPr>
            <p:cNvPr id="426" name="Rectangle"/>
            <p:cNvSpPr/>
            <p:nvPr/>
          </p:nvSpPr>
          <p:spPr>
            <a:xfrm>
              <a:off x="-1" y="-1"/>
              <a:ext cx="779242" cy="498623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7" name="x4 Buttons"/>
            <p:cNvSpPr txBox="1"/>
            <p:nvPr/>
          </p:nvSpPr>
          <p:spPr>
            <a:xfrm>
              <a:off x="1502" y="62984"/>
              <a:ext cx="776237" cy="3726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>
              <a:lvl1pPr algn="ctr">
                <a:defRPr sz="1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x4 Buttons</a:t>
              </a:r>
            </a:p>
          </p:txBody>
        </p:sp>
      </p:grpSp>
      <p:sp>
        <p:nvSpPr>
          <p:cNvPr id="429" name="Data (No Power)…"/>
          <p:cNvSpPr txBox="1"/>
          <p:nvPr/>
        </p:nvSpPr>
        <p:spPr>
          <a:xfrm>
            <a:off x="1743232" y="2405727"/>
            <a:ext cx="779242" cy="391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/>
            </a:lvl1pPr>
          </a:lstStyle>
          <a:p>
            <a:pPr/>
            <a:r>
              <a:t>GPIO Pins 14-18</a:t>
            </a:r>
          </a:p>
        </p:txBody>
      </p:sp>
      <p:sp>
        <p:nvSpPr>
          <p:cNvPr id="430" name="Line"/>
          <p:cNvSpPr/>
          <p:nvPr/>
        </p:nvSpPr>
        <p:spPr>
          <a:xfrm flipH="1">
            <a:off x="1688662" y="2908661"/>
            <a:ext cx="888383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" name="Line"/>
          <p:cNvSpPr/>
          <p:nvPr/>
        </p:nvSpPr>
        <p:spPr>
          <a:xfrm>
            <a:off x="4443844" y="2601561"/>
            <a:ext cx="3344585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GPIO"/>
          <p:cNvSpPr txBox="1"/>
          <p:nvPr/>
        </p:nvSpPr>
        <p:spPr>
          <a:xfrm>
            <a:off x="4618894" y="2998810"/>
            <a:ext cx="888383" cy="239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/>
            </a:lvl1pPr>
          </a:lstStyle>
          <a:p>
            <a:pPr/>
            <a:r>
              <a:t>GPIO Pin 14</a:t>
            </a:r>
          </a:p>
        </p:txBody>
      </p:sp>
      <p:sp>
        <p:nvSpPr>
          <p:cNvPr id="433" name="Line"/>
          <p:cNvSpPr/>
          <p:nvPr/>
        </p:nvSpPr>
        <p:spPr>
          <a:xfrm>
            <a:off x="4454893" y="3219255"/>
            <a:ext cx="165958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436" name="Adafruit…"/>
          <p:cNvGrpSpPr/>
          <p:nvPr/>
        </p:nvGrpSpPr>
        <p:grpSpPr>
          <a:xfrm>
            <a:off x="6190043" y="2969944"/>
            <a:ext cx="1073913" cy="498623"/>
            <a:chOff x="0" y="0"/>
            <a:chExt cx="1073912" cy="498621"/>
          </a:xfrm>
        </p:grpSpPr>
        <p:sp>
          <p:nvSpPr>
            <p:cNvPr id="434" name="Rectangle"/>
            <p:cNvSpPr/>
            <p:nvPr/>
          </p:nvSpPr>
          <p:spPr>
            <a:xfrm>
              <a:off x="-1" y="-1"/>
              <a:ext cx="1073914" cy="498623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35" name="HCW-KC1206 Buzzer…"/>
            <p:cNvSpPr txBox="1"/>
            <p:nvPr/>
          </p:nvSpPr>
          <p:spPr>
            <a:xfrm>
              <a:off x="2070" y="62984"/>
              <a:ext cx="1069772" cy="3726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HCW-KC1206 Buzzer</a:t>
              </a:r>
            </a:p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3.3v - 5v</a:t>
              </a:r>
            </a:p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Level Shifter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itle 1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</p:spPr>
        <p:txBody>
          <a:bodyPr/>
          <a:lstStyle/>
          <a:p>
            <a:pPr/>
            <a:r>
              <a:t>Power Block Diagram</a:t>
            </a:r>
          </a:p>
        </p:txBody>
      </p:sp>
      <p:grpSp>
        <p:nvGrpSpPr>
          <p:cNvPr id="441" name="PocketBeagle"/>
          <p:cNvGrpSpPr/>
          <p:nvPr/>
        </p:nvGrpSpPr>
        <p:grpSpPr>
          <a:xfrm>
            <a:off x="1715394" y="2474490"/>
            <a:ext cx="1646885" cy="1909020"/>
            <a:chOff x="0" y="0"/>
            <a:chExt cx="1646883" cy="1909018"/>
          </a:xfrm>
        </p:grpSpPr>
        <p:sp>
          <p:nvSpPr>
            <p:cNvPr id="439" name="Rectangle"/>
            <p:cNvSpPr/>
            <p:nvPr/>
          </p:nvSpPr>
          <p:spPr>
            <a:xfrm>
              <a:off x="0" y="0"/>
              <a:ext cx="1646884" cy="1909019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0" name="PocketBeagle"/>
            <p:cNvSpPr txBox="1"/>
            <p:nvPr/>
          </p:nvSpPr>
          <p:spPr>
            <a:xfrm>
              <a:off x="3175" y="779179"/>
              <a:ext cx="1640534" cy="350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PocketBeagle</a:t>
              </a:r>
            </a:p>
          </p:txBody>
        </p:sp>
      </p:grpSp>
      <p:grpSp>
        <p:nvGrpSpPr>
          <p:cNvPr id="444" name="GY-521 MPU6050…"/>
          <p:cNvGrpSpPr/>
          <p:nvPr/>
        </p:nvGrpSpPr>
        <p:grpSpPr>
          <a:xfrm>
            <a:off x="5644755" y="397426"/>
            <a:ext cx="1646885" cy="1909020"/>
            <a:chOff x="0" y="0"/>
            <a:chExt cx="1646883" cy="1909018"/>
          </a:xfrm>
        </p:grpSpPr>
        <p:sp>
          <p:nvSpPr>
            <p:cNvPr id="442" name="Rectangle"/>
            <p:cNvSpPr/>
            <p:nvPr/>
          </p:nvSpPr>
          <p:spPr>
            <a:xfrm>
              <a:off x="0" y="0"/>
              <a:ext cx="1646884" cy="1909019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3" name="GY-521 MPU6050…"/>
            <p:cNvSpPr txBox="1"/>
            <p:nvPr/>
          </p:nvSpPr>
          <p:spPr>
            <a:xfrm>
              <a:off x="3175" y="379129"/>
              <a:ext cx="1640534" cy="11507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r>
                <a:t>GY-521</a:t>
              </a:r>
              <a:br/>
              <a:r>
                <a:t>MPU6050</a:t>
              </a:r>
            </a:p>
            <a:p>
              <a:pPr algn="ctr">
                <a:defRPr>
                  <a:solidFill>
                    <a:srgbClr val="FFFFFF"/>
                  </a:solidFill>
                </a:defRPr>
              </a:pPr>
              <a:br/>
              <a:r>
                <a:t>IMU Module</a:t>
              </a:r>
            </a:p>
          </p:txBody>
        </p:sp>
      </p:grpSp>
      <p:grpSp>
        <p:nvGrpSpPr>
          <p:cNvPr id="447" name="Adafruit…"/>
          <p:cNvGrpSpPr/>
          <p:nvPr/>
        </p:nvGrpSpPr>
        <p:grpSpPr>
          <a:xfrm>
            <a:off x="8721337" y="3218800"/>
            <a:ext cx="1367876" cy="1455463"/>
            <a:chOff x="0" y="0"/>
            <a:chExt cx="1367874" cy="1455462"/>
          </a:xfrm>
        </p:grpSpPr>
        <p:sp>
          <p:nvSpPr>
            <p:cNvPr id="445" name="Rectangle"/>
            <p:cNvSpPr/>
            <p:nvPr/>
          </p:nvSpPr>
          <p:spPr>
            <a:xfrm>
              <a:off x="0" y="0"/>
              <a:ext cx="1367875" cy="1455463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6" name="Adafruit…"/>
            <p:cNvSpPr txBox="1"/>
            <p:nvPr/>
          </p:nvSpPr>
          <p:spPr>
            <a:xfrm>
              <a:off x="2537" y="300529"/>
              <a:ext cx="1310998" cy="7405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</a:defRPr>
              </a:pPr>
              <a:r>
                <a:t>Adafruit </a:t>
              </a:r>
            </a:p>
            <a:p>
              <a:pPr algn="ctr">
                <a:defRPr sz="1100">
                  <a:solidFill>
                    <a:srgbClr val="FFFFFF"/>
                  </a:solidFill>
                </a:defRPr>
              </a:pPr>
              <a:r>
                <a:t>Model 607</a:t>
              </a:r>
            </a:p>
            <a:p>
              <a:pPr algn="ctr">
                <a:defRPr sz="1100">
                  <a:solidFill>
                    <a:srgbClr val="FFFFFF"/>
                  </a:solidFill>
                </a:defRPr>
              </a:pPr>
            </a:p>
            <a:p>
              <a:pPr algn="ctr">
                <a:defRPr sz="1100">
                  <a:solidFill>
                    <a:srgbClr val="FFFFFF"/>
                  </a:solidFill>
                </a:defRPr>
              </a:pPr>
              <a:r>
                <a:t>32 x 32 LED Matrix</a:t>
              </a:r>
            </a:p>
          </p:txBody>
        </p:sp>
      </p:grpSp>
      <p:sp>
        <p:nvSpPr>
          <p:cNvPr id="448" name="Line"/>
          <p:cNvSpPr/>
          <p:nvPr/>
        </p:nvSpPr>
        <p:spPr>
          <a:xfrm flipV="1">
            <a:off x="3452171" y="1945177"/>
            <a:ext cx="2102985" cy="1016189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9" name="Line"/>
          <p:cNvSpPr/>
          <p:nvPr/>
        </p:nvSpPr>
        <p:spPr>
          <a:xfrm>
            <a:off x="3451586" y="3497822"/>
            <a:ext cx="18440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0" name="Data (No Power)…"/>
          <p:cNvSpPr txBox="1"/>
          <p:nvPr/>
        </p:nvSpPr>
        <p:spPr>
          <a:xfrm>
            <a:off x="7140095" y="2919360"/>
            <a:ext cx="1277710" cy="36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000"/>
            </a:pPr>
            <a:r>
              <a:t>Data (No Power)</a:t>
            </a:r>
          </a:p>
          <a:p>
            <a:pPr>
              <a:defRPr sz="1000"/>
            </a:pPr>
            <a:r>
              <a:t>GPIO Pins 1-8 @ 5V</a:t>
            </a:r>
          </a:p>
        </p:txBody>
      </p:sp>
      <p:sp>
        <p:nvSpPr>
          <p:cNvPr id="451" name="Data and Power…"/>
          <p:cNvSpPr txBox="1"/>
          <p:nvPr/>
        </p:nvSpPr>
        <p:spPr>
          <a:xfrm>
            <a:off x="3689667" y="1786624"/>
            <a:ext cx="1367876" cy="785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000"/>
            </a:pPr>
            <a:r>
              <a:t>Data and Power</a:t>
            </a:r>
          </a:p>
          <a:p>
            <a:pPr>
              <a:defRPr sz="1000"/>
            </a:pPr>
            <a:r>
              <a:t>(3.3V VCC).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Total of 4 connections:</a:t>
            </a:r>
          </a:p>
          <a:p>
            <a:pPr>
              <a:defRPr sz="1000"/>
            </a:pPr>
            <a:r>
              <a:t>2 for I2C, VCC, GND</a:t>
            </a:r>
          </a:p>
        </p:txBody>
      </p:sp>
      <p:sp>
        <p:nvSpPr>
          <p:cNvPr id="452" name="Line"/>
          <p:cNvSpPr/>
          <p:nvPr/>
        </p:nvSpPr>
        <p:spPr>
          <a:xfrm flipV="1">
            <a:off x="2475950" y="4581237"/>
            <a:ext cx="60248" cy="1611200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3" name="Line"/>
          <p:cNvSpPr/>
          <p:nvPr/>
        </p:nvSpPr>
        <p:spPr>
          <a:xfrm flipV="1">
            <a:off x="9383052" y="4879426"/>
            <a:ext cx="1" cy="1291145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" name="5V @ 4A External Power Supply"/>
          <p:cNvSpPr txBox="1"/>
          <p:nvPr/>
        </p:nvSpPr>
        <p:spPr>
          <a:xfrm>
            <a:off x="4775241" y="6132837"/>
            <a:ext cx="3385910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5V @ 5A External Power Supply</a:t>
            </a:r>
          </a:p>
        </p:txBody>
      </p:sp>
      <p:grpSp>
        <p:nvGrpSpPr>
          <p:cNvPr id="457" name="Adafruit…"/>
          <p:cNvGrpSpPr/>
          <p:nvPr/>
        </p:nvGrpSpPr>
        <p:grpSpPr>
          <a:xfrm>
            <a:off x="5384931" y="3026213"/>
            <a:ext cx="1652866" cy="805573"/>
            <a:chOff x="0" y="0"/>
            <a:chExt cx="1652865" cy="805571"/>
          </a:xfrm>
        </p:grpSpPr>
        <p:sp>
          <p:nvSpPr>
            <p:cNvPr id="455" name="Rectangle"/>
            <p:cNvSpPr/>
            <p:nvPr/>
          </p:nvSpPr>
          <p:spPr>
            <a:xfrm>
              <a:off x="-1" y="0"/>
              <a:ext cx="1652866" cy="805572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56" name="TXS0108E…"/>
            <p:cNvSpPr txBox="1"/>
            <p:nvPr/>
          </p:nvSpPr>
          <p:spPr>
            <a:xfrm>
              <a:off x="3186" y="159986"/>
              <a:ext cx="1646493" cy="485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TXS0108E </a:t>
              </a:r>
            </a:p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3.3v - 5v</a:t>
              </a:r>
            </a:p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Level Shifter</a:t>
              </a:r>
            </a:p>
          </p:txBody>
        </p:sp>
      </p:grpSp>
      <p:sp>
        <p:nvSpPr>
          <p:cNvPr id="458" name="Line"/>
          <p:cNvSpPr/>
          <p:nvPr/>
        </p:nvSpPr>
        <p:spPr>
          <a:xfrm>
            <a:off x="7293336" y="3497822"/>
            <a:ext cx="131378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" name="Data (No Power)…"/>
          <p:cNvSpPr txBox="1"/>
          <p:nvPr/>
        </p:nvSpPr>
        <p:spPr>
          <a:xfrm>
            <a:off x="3617817" y="3216031"/>
            <a:ext cx="1511576" cy="239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/>
            </a:lvl1pPr>
          </a:lstStyle>
          <a:p>
            <a:pPr/>
            <a:r>
              <a:t>GPIO Pins 1-8 @ 3.3V</a:t>
            </a:r>
          </a:p>
        </p:txBody>
      </p:sp>
      <p:sp>
        <p:nvSpPr>
          <p:cNvPr id="460" name="Line"/>
          <p:cNvSpPr/>
          <p:nvPr/>
        </p:nvSpPr>
        <p:spPr>
          <a:xfrm>
            <a:off x="3451766" y="3731551"/>
            <a:ext cx="1843678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Data (No Power)…"/>
          <p:cNvSpPr txBox="1"/>
          <p:nvPr/>
        </p:nvSpPr>
        <p:spPr>
          <a:xfrm>
            <a:off x="3861238" y="3623859"/>
            <a:ext cx="779242" cy="239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/>
            </a:lvl1pPr>
          </a:lstStyle>
          <a:p>
            <a:pPr/>
            <a:r>
              <a:t>VA @ 3.3V</a:t>
            </a:r>
          </a:p>
        </p:txBody>
      </p:sp>
      <p:sp>
        <p:nvSpPr>
          <p:cNvPr id="462" name="Line"/>
          <p:cNvSpPr/>
          <p:nvPr/>
        </p:nvSpPr>
        <p:spPr>
          <a:xfrm flipH="1">
            <a:off x="7249194" y="3654425"/>
            <a:ext cx="140207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" name="Data (No Power)…"/>
          <p:cNvSpPr txBox="1"/>
          <p:nvPr/>
        </p:nvSpPr>
        <p:spPr>
          <a:xfrm>
            <a:off x="7636037" y="3707789"/>
            <a:ext cx="628386" cy="22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VB @ 5V</a:t>
            </a:r>
          </a:p>
        </p:txBody>
      </p:sp>
      <p:sp>
        <p:nvSpPr>
          <p:cNvPr id="464" name="Line"/>
          <p:cNvSpPr/>
          <p:nvPr/>
        </p:nvSpPr>
        <p:spPr>
          <a:xfrm>
            <a:off x="3451878" y="4352622"/>
            <a:ext cx="18440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5" name="Data (No Power)…"/>
          <p:cNvSpPr txBox="1"/>
          <p:nvPr/>
        </p:nvSpPr>
        <p:spPr>
          <a:xfrm>
            <a:off x="7311375" y="3927082"/>
            <a:ext cx="1348342" cy="36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000"/>
            </a:pPr>
            <a:r>
              <a:t>Data (No Power)</a:t>
            </a:r>
          </a:p>
          <a:p>
            <a:pPr>
              <a:defRPr sz="1000"/>
            </a:pPr>
            <a:r>
              <a:t>GPIO Pins 8-13 @ 5V</a:t>
            </a:r>
          </a:p>
        </p:txBody>
      </p:sp>
      <p:grpSp>
        <p:nvGrpSpPr>
          <p:cNvPr id="468" name="Adafruit…"/>
          <p:cNvGrpSpPr/>
          <p:nvPr/>
        </p:nvGrpSpPr>
        <p:grpSpPr>
          <a:xfrm>
            <a:off x="5385223" y="3881014"/>
            <a:ext cx="1652866" cy="805573"/>
            <a:chOff x="0" y="0"/>
            <a:chExt cx="1652865" cy="805571"/>
          </a:xfrm>
        </p:grpSpPr>
        <p:sp>
          <p:nvSpPr>
            <p:cNvPr id="466" name="Rectangle"/>
            <p:cNvSpPr/>
            <p:nvPr/>
          </p:nvSpPr>
          <p:spPr>
            <a:xfrm>
              <a:off x="-1" y="0"/>
              <a:ext cx="1652866" cy="805572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67" name="TXS0108E…"/>
            <p:cNvSpPr txBox="1"/>
            <p:nvPr/>
          </p:nvSpPr>
          <p:spPr>
            <a:xfrm>
              <a:off x="3186" y="159986"/>
              <a:ext cx="1646493" cy="485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TXS0108E </a:t>
              </a:r>
            </a:p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3.3v - 5v</a:t>
              </a:r>
            </a:p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Level Shifter</a:t>
              </a:r>
            </a:p>
          </p:txBody>
        </p:sp>
      </p:grpSp>
      <p:sp>
        <p:nvSpPr>
          <p:cNvPr id="469" name="Line"/>
          <p:cNvSpPr/>
          <p:nvPr/>
        </p:nvSpPr>
        <p:spPr>
          <a:xfrm>
            <a:off x="7293627" y="4352622"/>
            <a:ext cx="131379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Data (No Power)…"/>
          <p:cNvSpPr txBox="1"/>
          <p:nvPr/>
        </p:nvSpPr>
        <p:spPr>
          <a:xfrm>
            <a:off x="3618109" y="4070831"/>
            <a:ext cx="1589270" cy="239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/>
            </a:lvl1pPr>
          </a:lstStyle>
          <a:p>
            <a:pPr/>
            <a:r>
              <a:t>GPIO Pins 8-14 @ 3.3V</a:t>
            </a:r>
          </a:p>
        </p:txBody>
      </p:sp>
      <p:sp>
        <p:nvSpPr>
          <p:cNvPr id="471" name="Line"/>
          <p:cNvSpPr/>
          <p:nvPr/>
        </p:nvSpPr>
        <p:spPr>
          <a:xfrm>
            <a:off x="3452058" y="4586351"/>
            <a:ext cx="1843678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2" name="Data (No Power)…"/>
          <p:cNvSpPr txBox="1"/>
          <p:nvPr/>
        </p:nvSpPr>
        <p:spPr>
          <a:xfrm>
            <a:off x="3861530" y="4478659"/>
            <a:ext cx="779242" cy="239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100"/>
            </a:lvl1pPr>
          </a:lstStyle>
          <a:p>
            <a:pPr/>
            <a:r>
              <a:t>VA @ 3.3V</a:t>
            </a:r>
          </a:p>
        </p:txBody>
      </p:sp>
      <p:sp>
        <p:nvSpPr>
          <p:cNvPr id="473" name="Line"/>
          <p:cNvSpPr/>
          <p:nvPr/>
        </p:nvSpPr>
        <p:spPr>
          <a:xfrm flipH="1">
            <a:off x="7249486" y="4509225"/>
            <a:ext cx="140207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Data (No Power)…"/>
          <p:cNvSpPr txBox="1"/>
          <p:nvPr/>
        </p:nvSpPr>
        <p:spPr>
          <a:xfrm>
            <a:off x="7636329" y="4562589"/>
            <a:ext cx="628386" cy="22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VB @ 5V</a:t>
            </a:r>
          </a:p>
        </p:txBody>
      </p:sp>
      <p:sp>
        <p:nvSpPr>
          <p:cNvPr id="475" name="Line"/>
          <p:cNvSpPr/>
          <p:nvPr/>
        </p:nvSpPr>
        <p:spPr>
          <a:xfrm>
            <a:off x="6800949" y="4782934"/>
            <a:ext cx="1" cy="209052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478" name="Adafruit…"/>
          <p:cNvGrpSpPr/>
          <p:nvPr/>
        </p:nvGrpSpPr>
        <p:grpSpPr>
          <a:xfrm>
            <a:off x="6040071" y="5081928"/>
            <a:ext cx="1073913" cy="498623"/>
            <a:chOff x="0" y="0"/>
            <a:chExt cx="1073912" cy="498621"/>
          </a:xfrm>
        </p:grpSpPr>
        <p:sp>
          <p:nvSpPr>
            <p:cNvPr id="476" name="Rectangle"/>
            <p:cNvSpPr/>
            <p:nvPr/>
          </p:nvSpPr>
          <p:spPr>
            <a:xfrm>
              <a:off x="-1" y="-1"/>
              <a:ext cx="1073914" cy="498623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7" name="HCW-KC1206 Buzzer…"/>
            <p:cNvSpPr txBox="1"/>
            <p:nvPr/>
          </p:nvSpPr>
          <p:spPr>
            <a:xfrm>
              <a:off x="2070" y="62984"/>
              <a:ext cx="1069772" cy="3726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HCW-KC1206 Buzzer</a:t>
              </a:r>
            </a:p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3.3v - 5v</a:t>
              </a:r>
            </a:p>
            <a:p>
              <a:pPr algn="ctr">
                <a:defRPr sz="1000">
                  <a:solidFill>
                    <a:srgbClr val="FFFFFF"/>
                  </a:solidFill>
                </a:defRPr>
              </a:pPr>
              <a:r>
                <a:t>Level Shifter</a:t>
              </a:r>
            </a:p>
          </p:txBody>
        </p:sp>
      </p:grpSp>
      <p:sp>
        <p:nvSpPr>
          <p:cNvPr id="479" name="Data (No Power)…"/>
          <p:cNvSpPr txBox="1"/>
          <p:nvPr/>
        </p:nvSpPr>
        <p:spPr>
          <a:xfrm>
            <a:off x="5510041" y="4789572"/>
            <a:ext cx="1171918" cy="22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000"/>
            </a:lvl1pPr>
          </a:lstStyle>
          <a:p>
            <a:pPr/>
            <a:r>
              <a:t>GPIO Pin 14 @ 5V</a:t>
            </a:r>
          </a:p>
        </p:txBody>
      </p:sp>
      <p:sp>
        <p:nvSpPr>
          <p:cNvPr id="480" name="Data (No Power)…"/>
          <p:cNvSpPr txBox="1"/>
          <p:nvPr/>
        </p:nvSpPr>
        <p:spPr>
          <a:xfrm>
            <a:off x="667850" y="2673565"/>
            <a:ext cx="958238" cy="391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/>
            </a:lvl1pPr>
          </a:lstStyle>
          <a:p>
            <a:pPr/>
            <a:r>
              <a:t>GPIO Pins 14-18 @ 3.3V</a:t>
            </a:r>
          </a:p>
        </p:txBody>
      </p:sp>
      <p:sp>
        <p:nvSpPr>
          <p:cNvPr id="481" name="Line"/>
          <p:cNvSpPr/>
          <p:nvPr/>
        </p:nvSpPr>
        <p:spPr>
          <a:xfrm flipH="1">
            <a:off x="1128661" y="3102701"/>
            <a:ext cx="33090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484" name="Adafruit…"/>
          <p:cNvGrpSpPr/>
          <p:nvPr/>
        </p:nvGrpSpPr>
        <p:grpSpPr>
          <a:xfrm>
            <a:off x="232643" y="3075396"/>
            <a:ext cx="779242" cy="498623"/>
            <a:chOff x="0" y="0"/>
            <a:chExt cx="779240" cy="498621"/>
          </a:xfrm>
        </p:grpSpPr>
        <p:sp>
          <p:nvSpPr>
            <p:cNvPr id="482" name="Rectangle"/>
            <p:cNvSpPr/>
            <p:nvPr/>
          </p:nvSpPr>
          <p:spPr>
            <a:xfrm>
              <a:off x="-1" y="-1"/>
              <a:ext cx="779242" cy="498623"/>
            </a:xfrm>
            <a:prstGeom prst="rect">
              <a:avLst/>
            </a:prstGeom>
            <a:gradFill flip="none" rotWithShape="1">
              <a:gsLst>
                <a:gs pos="0">
                  <a:srgbClr val="92B5BE"/>
                </a:gs>
                <a:gs pos="50000">
                  <a:srgbClr val="82AEB9"/>
                </a:gs>
                <a:gs pos="100000">
                  <a:srgbClr val="709BA6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3" name="x4 Buttons"/>
            <p:cNvSpPr txBox="1"/>
            <p:nvPr/>
          </p:nvSpPr>
          <p:spPr>
            <a:xfrm>
              <a:off x="1502" y="62984"/>
              <a:ext cx="776237" cy="3726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>
              <a:lvl1pPr algn="ctr">
                <a:defRPr sz="1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x4 Buttons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itle 1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</p:spPr>
        <p:txBody>
          <a:bodyPr/>
          <a:lstStyle/>
          <a:p>
            <a:pPr/>
            <a:r>
              <a:t>Components / Budget</a:t>
            </a:r>
          </a:p>
        </p:txBody>
      </p:sp>
      <p:graphicFrame>
        <p:nvGraphicFramePr>
          <p:cNvPr id="487" name="Content Placeholder 3"/>
          <p:cNvGraphicFramePr/>
          <p:nvPr/>
        </p:nvGraphicFramePr>
        <p:xfrm>
          <a:off x="609600" y="1295400"/>
          <a:ext cx="10972800" cy="29667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7837714"/>
                <a:gridCol w="1567543"/>
                <a:gridCol w="1567543"/>
              </a:tblGrid>
              <a:tr h="370840">
                <a:tc>
                  <a:txBody>
                    <a:bodyPr/>
                    <a:lstStyle/>
                    <a:p>
                      <a:pPr algn="l">
                        <a:defRPr b="0" sz="1800"/>
                      </a:pPr>
                      <a:r>
                        <a:rPr b="1"/>
                        <a:t>Component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EDES301</a:t>
                      </a:r>
                    </a:p>
                    <a:p>
                      <a:pPr algn="ctr">
                        <a:defRPr sz="1800"/>
                      </a:pPr>
                      <a:r>
                        <a:t> to Buy?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/>
                      </a:pPr>
                      <a:r>
                        <a:rPr b="1"/>
                        <a:t>Cost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32 x 32 Matrix (</a:t>
                      </a:r>
                      <a:r>
                        <a:rPr u="sng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https://www.adafruit.com/product/607</a:t>
                      </a:r>
                      <a:r>
                        <a:t>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Yes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29.95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IMU Module (</a:t>
                      </a:r>
                      <a:r>
                        <a:rPr u="sng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hlinkClick r:id="rId3" invalidUrl="" action="" tgtFrame="" tooltip="" history="1" highlightClick="0" endSnd="0"/>
                        </a:rPr>
                        <a:t>https://www.amazon.com/dp/B09Q2SGF3R</a:t>
                      </a:r>
                      <a:r>
                        <a:t>)</a:t>
                      </a:r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Yes</a:t>
                      </a:r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2.10</a:t>
                      </a:r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(x2) Level Shifter (</a:t>
                      </a:r>
                      <a:r>
                        <a:rPr u="sng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hlinkClick r:id="rId4" invalidUrl="" action="" tgtFrame="" tooltip="" history="1" highlightClick="0" endSnd="0"/>
                        </a:rPr>
                        <a:t>https://www.amazon.com/dp/B09R1QG957</a:t>
                      </a:r>
                      <a:r>
                        <a:t>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Yes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3.2 (1.6 each)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(x4) Button</a:t>
                      </a:r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No</a:t>
                      </a:r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Buzzer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No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488" name="TextBox 4"/>
          <p:cNvSpPr txBox="1"/>
          <p:nvPr/>
        </p:nvSpPr>
        <p:spPr>
          <a:xfrm>
            <a:off x="4503420" y="5029200"/>
            <a:ext cx="3178965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See Next Slide for Instructions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Diamond Grid 16x9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FF"/>
      </a:hlink>
      <a:folHlink>
        <a:srgbClr val="FF00FF"/>
      </a:folHlink>
    </a:clrScheme>
    <a:fontScheme name="Diamond Grid 16x9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iamond Grid 16x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iamond Grid 16x9">
  <a:themeElements>
    <a:clrScheme name="Diamond Grid 16x9">
      <a:dk1>
        <a:srgbClr val="2D2E2D"/>
      </a:dk1>
      <a:lt1>
        <a:srgbClr val="2E012E"/>
      </a:lt1>
      <a:dk2>
        <a:srgbClr val="A7A7A7"/>
      </a:dk2>
      <a:lt2>
        <a:srgbClr val="535353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FF"/>
      </a:hlink>
      <a:folHlink>
        <a:srgbClr val="FF00FF"/>
      </a:folHlink>
    </a:clrScheme>
    <a:fontScheme name="Diamond Grid 16x9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iamond Grid 16x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