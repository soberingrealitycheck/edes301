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DCE6"/>
          </a:solidFill>
        </a:fill>
      </a:tcStyle>
    </a:wholeTbl>
    <a:band2H>
      <a:tcTxStyle b="def" i="def"/>
      <a:tcStyle>
        <a:tcBdr/>
        <a:fill>
          <a:solidFill>
            <a:srgbClr val="E7EEF3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E7E1"/>
          </a:solidFill>
        </a:fill>
      </a:tcStyle>
    </a:wholeTbl>
    <a:band2H>
      <a:tcTxStyle b="def" i="def"/>
      <a:tcStyle>
        <a:tcBdr/>
        <a:fill>
          <a:solidFill>
            <a:srgbClr val="EBF4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8EA"/>
          </a:solidFill>
        </a:fill>
      </a:tcStyle>
    </a:wholeTbl>
    <a:band2H>
      <a:tcTxStyle b="def" i="def"/>
      <a:tcStyle>
        <a:tcBdr/>
        <a:fill>
          <a:solidFill>
            <a:srgbClr val="E7EC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6" name="Shape 46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2D2E2D"/>
        </a:solidFill>
        <a:latin typeface="+mn-lt"/>
        <a:ea typeface="+mn-ea"/>
        <a:cs typeface="+mn-cs"/>
        <a:sym typeface="Arial"/>
      </a:defRPr>
    </a:lvl1pPr>
    <a:lvl2pPr indent="228600" latinLnBrk="0">
      <a:defRPr sz="1200">
        <a:solidFill>
          <a:srgbClr val="2D2E2D"/>
        </a:solidFill>
        <a:latin typeface="+mn-lt"/>
        <a:ea typeface="+mn-ea"/>
        <a:cs typeface="+mn-cs"/>
        <a:sym typeface="Arial"/>
      </a:defRPr>
    </a:lvl2pPr>
    <a:lvl3pPr indent="457200" latinLnBrk="0">
      <a:defRPr sz="1200">
        <a:solidFill>
          <a:srgbClr val="2D2E2D"/>
        </a:solidFill>
        <a:latin typeface="+mn-lt"/>
        <a:ea typeface="+mn-ea"/>
        <a:cs typeface="+mn-cs"/>
        <a:sym typeface="Arial"/>
      </a:defRPr>
    </a:lvl3pPr>
    <a:lvl4pPr indent="685800" latinLnBrk="0">
      <a:defRPr sz="1200">
        <a:solidFill>
          <a:srgbClr val="2D2E2D"/>
        </a:solidFill>
        <a:latin typeface="+mn-lt"/>
        <a:ea typeface="+mn-ea"/>
        <a:cs typeface="+mn-cs"/>
        <a:sym typeface="Arial"/>
      </a:defRPr>
    </a:lvl4pPr>
    <a:lvl5pPr indent="914400" latinLnBrk="0">
      <a:defRPr sz="1200">
        <a:solidFill>
          <a:srgbClr val="2D2E2D"/>
        </a:solidFill>
        <a:latin typeface="+mn-lt"/>
        <a:ea typeface="+mn-ea"/>
        <a:cs typeface="+mn-cs"/>
        <a:sym typeface="Arial"/>
      </a:defRPr>
    </a:lvl5pPr>
    <a:lvl6pPr indent="1143000" latinLnBrk="0">
      <a:defRPr sz="1200">
        <a:solidFill>
          <a:srgbClr val="2D2E2D"/>
        </a:solidFill>
        <a:latin typeface="+mn-lt"/>
        <a:ea typeface="+mn-ea"/>
        <a:cs typeface="+mn-cs"/>
        <a:sym typeface="Arial"/>
      </a:defRPr>
    </a:lvl6pPr>
    <a:lvl7pPr indent="1371600" latinLnBrk="0">
      <a:defRPr sz="1200">
        <a:solidFill>
          <a:srgbClr val="2D2E2D"/>
        </a:solidFill>
        <a:latin typeface="+mn-lt"/>
        <a:ea typeface="+mn-ea"/>
        <a:cs typeface="+mn-cs"/>
        <a:sym typeface="Arial"/>
      </a:defRPr>
    </a:lvl7pPr>
    <a:lvl8pPr indent="1600200" latinLnBrk="0">
      <a:defRPr sz="1200">
        <a:solidFill>
          <a:srgbClr val="2D2E2D"/>
        </a:solidFill>
        <a:latin typeface="+mn-lt"/>
        <a:ea typeface="+mn-ea"/>
        <a:cs typeface="+mn-cs"/>
        <a:sym typeface="Arial"/>
      </a:defRPr>
    </a:lvl8pPr>
    <a:lvl9pPr indent="1828800" latinLnBrk="0">
      <a:defRPr sz="1200">
        <a:solidFill>
          <a:srgbClr val="2D2E2D"/>
        </a:solidFill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4"/>
          <p:cNvGrpSpPr/>
          <p:nvPr/>
        </p:nvGrpSpPr>
        <p:grpSpPr>
          <a:xfrm>
            <a:off x="-4" y="-1"/>
            <a:ext cx="12192005" cy="6858002"/>
            <a:chOff x="-2" y="0"/>
            <a:chExt cx="12192004" cy="6858000"/>
          </a:xfrm>
        </p:grpSpPr>
        <p:sp>
          <p:nvSpPr>
            <p:cNvPr id="63" name="Straight Connector 5"/>
            <p:cNvSpPr/>
            <p:nvPr/>
          </p:nvSpPr>
          <p:spPr>
            <a:xfrm flipH="1">
              <a:off x="610193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" name="Straight Connector 6"/>
            <p:cNvSpPr/>
            <p:nvPr/>
          </p:nvSpPr>
          <p:spPr>
            <a:xfrm flipH="1">
              <a:off x="182933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" name="Straight Connector 8"/>
            <p:cNvSpPr/>
            <p:nvPr/>
          </p:nvSpPr>
          <p:spPr>
            <a:xfrm flipH="1">
              <a:off x="304847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6" name="Straight Connector 9"/>
            <p:cNvSpPr/>
            <p:nvPr/>
          </p:nvSpPr>
          <p:spPr>
            <a:xfrm flipH="1">
              <a:off x="426760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" name="Straight Connector 10"/>
            <p:cNvSpPr/>
            <p:nvPr/>
          </p:nvSpPr>
          <p:spPr>
            <a:xfrm flipH="1">
              <a:off x="548674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" name="Straight Connector 11"/>
            <p:cNvSpPr/>
            <p:nvPr/>
          </p:nvSpPr>
          <p:spPr>
            <a:xfrm flipH="1">
              <a:off x="6705884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" name="Straight Connector 12"/>
            <p:cNvSpPr/>
            <p:nvPr/>
          </p:nvSpPr>
          <p:spPr>
            <a:xfrm flipH="1">
              <a:off x="792502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0" name="Straight Connector 13"/>
            <p:cNvSpPr/>
            <p:nvPr/>
          </p:nvSpPr>
          <p:spPr>
            <a:xfrm flipH="1">
              <a:off x="914416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1" name="Straight Connector 14"/>
            <p:cNvSpPr/>
            <p:nvPr/>
          </p:nvSpPr>
          <p:spPr>
            <a:xfrm flipH="1">
              <a:off x="1036329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2" name="Straight Connector 15"/>
            <p:cNvSpPr/>
            <p:nvPr/>
          </p:nvSpPr>
          <p:spPr>
            <a:xfrm flipH="1">
              <a:off x="1158243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" name="Straight Connector 16"/>
            <p:cNvSpPr/>
            <p:nvPr/>
          </p:nvSpPr>
          <p:spPr>
            <a:xfrm>
              <a:off x="2819" y="386484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4" name="Straight Connector 17"/>
            <p:cNvSpPr/>
            <p:nvPr/>
          </p:nvSpPr>
          <p:spPr>
            <a:xfrm>
              <a:off x="2819" y="1611181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5" name="Straight Connector 18"/>
            <p:cNvSpPr/>
            <p:nvPr/>
          </p:nvSpPr>
          <p:spPr>
            <a:xfrm>
              <a:off x="2819" y="2835876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6" name="Straight Connector 19"/>
            <p:cNvSpPr/>
            <p:nvPr/>
          </p:nvSpPr>
          <p:spPr>
            <a:xfrm>
              <a:off x="2819" y="4060573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7" name="Straight Connector 20"/>
            <p:cNvSpPr/>
            <p:nvPr/>
          </p:nvSpPr>
          <p:spPr>
            <a:xfrm>
              <a:off x="2819" y="5285268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8" name="Straight Connector 21"/>
            <p:cNvSpPr/>
            <p:nvPr/>
          </p:nvSpPr>
          <p:spPr>
            <a:xfrm>
              <a:off x="2819" y="6509965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5" name="Group 22"/>
            <p:cNvGrpSpPr/>
            <p:nvPr/>
          </p:nvGrpSpPr>
          <p:grpSpPr>
            <a:xfrm>
              <a:off x="-3" y="-1"/>
              <a:ext cx="12192003" cy="6858001"/>
              <a:chOff x="0" y="0"/>
              <a:chExt cx="12192001" cy="6858000"/>
            </a:xfrm>
          </p:grpSpPr>
          <p:sp>
            <p:nvSpPr>
              <p:cNvPr id="79" name="Straight Connector 40"/>
              <p:cNvSpPr/>
              <p:nvPr/>
            </p:nvSpPr>
            <p:spPr>
              <a:xfrm>
                <a:off x="22542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0" name="Straight Connector 41"/>
              <p:cNvSpPr/>
              <p:nvPr/>
            </p:nvSpPr>
            <p:spPr>
              <a:xfrm>
                <a:off x="1449153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1" name="Straight Connector 42"/>
              <p:cNvSpPr/>
              <p:nvPr/>
            </p:nvSpPr>
            <p:spPr>
              <a:xfrm>
                <a:off x="266598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2" name="Straight Connector 43"/>
              <p:cNvSpPr/>
              <p:nvPr/>
            </p:nvSpPr>
            <p:spPr>
              <a:xfrm>
                <a:off x="3885118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3" name="Straight Connector 44"/>
              <p:cNvSpPr/>
              <p:nvPr/>
            </p:nvSpPr>
            <p:spPr>
              <a:xfrm>
                <a:off x="510650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89" name="Group 45"/>
              <p:cNvGrpSpPr/>
              <p:nvPr/>
            </p:nvGrpSpPr>
            <p:grpSpPr>
              <a:xfrm>
                <a:off x="6327885" y="-1"/>
                <a:ext cx="5864116" cy="5898675"/>
                <a:chOff x="0" y="0"/>
                <a:chExt cx="5864115" cy="5898673"/>
              </a:xfrm>
            </p:grpSpPr>
            <p:sp>
              <p:nvSpPr>
                <p:cNvPr id="84" name="Straight Connector 51"/>
                <p:cNvSpPr/>
                <p:nvPr/>
              </p:nvSpPr>
              <p:spPr>
                <a:xfrm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" name="Straight Connector 52"/>
                <p:cNvSpPr/>
                <p:nvPr/>
              </p:nvSpPr>
              <p:spPr>
                <a:xfrm>
                  <a:off x="1221383" y="-1"/>
                  <a:ext cx="4642732" cy="467242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6" name="Straight Connector 53"/>
                <p:cNvSpPr/>
                <p:nvPr/>
              </p:nvSpPr>
              <p:spPr>
                <a:xfrm>
                  <a:off x="2445112" y="-1"/>
                  <a:ext cx="3419003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7" name="Straight Connector 54"/>
                <p:cNvSpPr/>
                <p:nvPr/>
              </p:nvSpPr>
              <p:spPr>
                <a:xfrm>
                  <a:off x="3654314" y="0"/>
                  <a:ext cx="2209802" cy="222646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8" name="Straight Connector 55"/>
                <p:cNvSpPr/>
                <p:nvPr/>
              </p:nvSpPr>
              <p:spPr>
                <a:xfrm>
                  <a:off x="4871134" y="-1"/>
                  <a:ext cx="992981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0" name="Straight Connector 46"/>
              <p:cNvSpPr/>
              <p:nvPr/>
            </p:nvSpPr>
            <p:spPr>
              <a:xfrm flipH="1" flipV="1">
                <a:off x="-1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" name="Straight Connector 47"/>
              <p:cNvSpPr/>
              <p:nvPr/>
            </p:nvSpPr>
            <p:spPr>
              <a:xfrm flipH="1" flipV="1">
                <a:off x="-1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2" name="Straight Connector 48"/>
              <p:cNvSpPr/>
              <p:nvPr/>
            </p:nvSpPr>
            <p:spPr>
              <a:xfrm flipH="1" flipV="1">
                <a:off x="-1" y="3432148"/>
                <a:ext cx="3398419" cy="34258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3" name="Straight Connector 49"/>
              <p:cNvSpPr/>
              <p:nvPr/>
            </p:nvSpPr>
            <p:spPr>
              <a:xfrm flipH="1" flipV="1">
                <a:off x="-1" y="4651430"/>
                <a:ext cx="2196496" cy="220656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4" name="Straight Connector 50"/>
              <p:cNvSpPr/>
              <p:nvPr/>
            </p:nvSpPr>
            <p:spPr>
              <a:xfrm flipH="1" flipV="1">
                <a:off x="-1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12" name="Group 23"/>
            <p:cNvGrpSpPr/>
            <p:nvPr/>
          </p:nvGrpSpPr>
          <p:grpSpPr>
            <a:xfrm>
              <a:off x="-1" y="-1"/>
              <a:ext cx="12192003" cy="6858001"/>
              <a:chOff x="0" y="0"/>
              <a:chExt cx="12192002" cy="6857999"/>
            </a:xfrm>
          </p:grpSpPr>
          <p:sp>
            <p:nvSpPr>
              <p:cNvPr id="96" name="Straight Connector 24"/>
              <p:cNvSpPr/>
              <p:nvPr/>
            </p:nvSpPr>
            <p:spPr>
              <a:xfrm flipH="1">
                <a:off x="515064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7" name="Straight Connector 25"/>
              <p:cNvSpPr/>
              <p:nvPr/>
            </p:nvSpPr>
            <p:spPr>
              <a:xfrm flipH="1">
                <a:off x="3926915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" name="Straight Connector 26"/>
              <p:cNvSpPr/>
              <p:nvPr/>
            </p:nvSpPr>
            <p:spPr>
              <a:xfrm flipH="1">
                <a:off x="2710086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9" name="Straight Connector 27"/>
              <p:cNvSpPr/>
              <p:nvPr/>
            </p:nvSpPr>
            <p:spPr>
              <a:xfrm flipH="1">
                <a:off x="1490949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0" name="Straight Connector 28"/>
              <p:cNvSpPr/>
              <p:nvPr/>
            </p:nvSpPr>
            <p:spPr>
              <a:xfrm flipH="1">
                <a:off x="225424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06" name="Group 29"/>
              <p:cNvGrpSpPr/>
              <p:nvPr/>
            </p:nvGrpSpPr>
            <p:grpSpPr>
              <a:xfrm>
                <a:off x="-1" y="-1"/>
                <a:ext cx="5864116" cy="5898675"/>
                <a:chOff x="0" y="0"/>
                <a:chExt cx="5864114" cy="5898673"/>
              </a:xfrm>
            </p:grpSpPr>
            <p:sp>
              <p:nvSpPr>
                <p:cNvPr id="101" name="Straight Connector 35"/>
                <p:cNvSpPr/>
                <p:nvPr/>
              </p:nvSpPr>
              <p:spPr>
                <a:xfrm flipH="1"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2" name="Straight Connector 36"/>
                <p:cNvSpPr/>
                <p:nvPr/>
              </p:nvSpPr>
              <p:spPr>
                <a:xfrm flipH="1">
                  <a:off x="0" y="0"/>
                  <a:ext cx="4642733" cy="4672426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3" name="Straight Connector 37"/>
                <p:cNvSpPr/>
                <p:nvPr/>
              </p:nvSpPr>
              <p:spPr>
                <a:xfrm flipH="1">
                  <a:off x="-1" y="0"/>
                  <a:ext cx="3419005" cy="345674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4" name="Straight Connector 38"/>
                <p:cNvSpPr/>
                <p:nvPr/>
              </p:nvSpPr>
              <p:spPr>
                <a:xfrm flipH="1">
                  <a:off x="0" y="-1"/>
                  <a:ext cx="2209801" cy="2226471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5" name="Straight Connector 39"/>
                <p:cNvSpPr/>
                <p:nvPr/>
              </p:nvSpPr>
              <p:spPr>
                <a:xfrm flipH="1">
                  <a:off x="0" y="-1"/>
                  <a:ext cx="992982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7" name="Straight Connector 30"/>
              <p:cNvSpPr/>
              <p:nvPr/>
            </p:nvSpPr>
            <p:spPr>
              <a:xfrm flipV="1">
                <a:off x="6363190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8" name="Straight Connector 31"/>
              <p:cNvSpPr/>
              <p:nvPr/>
            </p:nvSpPr>
            <p:spPr>
              <a:xfrm flipV="1">
                <a:off x="7577220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9" name="Straight Connector 32"/>
              <p:cNvSpPr/>
              <p:nvPr/>
            </p:nvSpPr>
            <p:spPr>
              <a:xfrm flipV="1">
                <a:off x="8793582" y="3432149"/>
                <a:ext cx="3398420" cy="342585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10" name="Straight Connector 33"/>
              <p:cNvSpPr/>
              <p:nvPr/>
            </p:nvSpPr>
            <p:spPr>
              <a:xfrm flipV="1">
                <a:off x="9995504" y="4651431"/>
                <a:ext cx="2196498" cy="220656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11" name="Straight Connector 34"/>
              <p:cNvSpPr/>
              <p:nvPr/>
            </p:nvSpPr>
            <p:spPr>
              <a:xfrm flipV="1">
                <a:off x="11204998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114" name="Title Text"/>
          <p:cNvSpPr txBox="1"/>
          <p:nvPr>
            <p:ph type="title"/>
          </p:nvPr>
        </p:nvSpPr>
        <p:spPr>
          <a:xfrm>
            <a:off x="1293844" y="1909346"/>
            <a:ext cx="9604311" cy="3383280"/>
          </a:xfrm>
          <a:prstGeom prst="rect">
            <a:avLst/>
          </a:prstGeom>
        </p:spPr>
        <p:txBody>
          <a:bodyPr/>
          <a:lstStyle>
            <a:lvl1pPr>
              <a:lnSpc>
                <a:spcPct val="76000"/>
              </a:lnSpc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5" name="Body Level One…"/>
          <p:cNvSpPr txBox="1"/>
          <p:nvPr>
            <p:ph type="body" sz="quarter" idx="1"/>
          </p:nvPr>
        </p:nvSpPr>
        <p:spPr>
          <a:xfrm>
            <a:off x="1293844" y="5432564"/>
            <a:ext cx="9604311" cy="4572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1pPr>
            <a:lvl2pPr marL="0" indent="45720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2pPr>
            <a:lvl3pPr marL="0" indent="91440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3pPr>
            <a:lvl4pPr marL="0" indent="137160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4pPr>
            <a:lvl5pPr marL="0" indent="182880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traight Connector 57"/>
          <p:cNvSpPr/>
          <p:nvPr/>
        </p:nvSpPr>
        <p:spPr>
          <a:xfrm>
            <a:off x="1295400" y="5294174"/>
            <a:ext cx="9601200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Off val="-9333"/>
              </a:schemeClr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6"/>
          <p:cNvGrpSpPr/>
          <p:nvPr/>
        </p:nvGrpSpPr>
        <p:grpSpPr>
          <a:xfrm>
            <a:off x="-4" y="-1"/>
            <a:ext cx="12192005" cy="6858002"/>
            <a:chOff x="-2" y="0"/>
            <a:chExt cx="12192004" cy="6858000"/>
          </a:xfrm>
        </p:grpSpPr>
        <p:sp>
          <p:nvSpPr>
            <p:cNvPr id="133" name="Straight Connector 7"/>
            <p:cNvSpPr/>
            <p:nvPr/>
          </p:nvSpPr>
          <p:spPr>
            <a:xfrm flipH="1">
              <a:off x="610193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" name="Straight Connector 8"/>
            <p:cNvSpPr/>
            <p:nvPr/>
          </p:nvSpPr>
          <p:spPr>
            <a:xfrm flipH="1">
              <a:off x="182933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5" name="Straight Connector 9"/>
            <p:cNvSpPr/>
            <p:nvPr/>
          </p:nvSpPr>
          <p:spPr>
            <a:xfrm flipH="1">
              <a:off x="304847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6" name="Straight Connector 10"/>
            <p:cNvSpPr/>
            <p:nvPr/>
          </p:nvSpPr>
          <p:spPr>
            <a:xfrm flipH="1">
              <a:off x="426760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" name="Straight Connector 11"/>
            <p:cNvSpPr/>
            <p:nvPr/>
          </p:nvSpPr>
          <p:spPr>
            <a:xfrm flipH="1">
              <a:off x="548674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8" name="Straight Connector 12"/>
            <p:cNvSpPr/>
            <p:nvPr/>
          </p:nvSpPr>
          <p:spPr>
            <a:xfrm flipH="1">
              <a:off x="6705884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9" name="Straight Connector 13"/>
            <p:cNvSpPr/>
            <p:nvPr/>
          </p:nvSpPr>
          <p:spPr>
            <a:xfrm flipH="1">
              <a:off x="792502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0" name="Straight Connector 14"/>
            <p:cNvSpPr/>
            <p:nvPr/>
          </p:nvSpPr>
          <p:spPr>
            <a:xfrm flipH="1">
              <a:off x="914416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1" name="Straight Connector 15"/>
            <p:cNvSpPr/>
            <p:nvPr/>
          </p:nvSpPr>
          <p:spPr>
            <a:xfrm flipH="1">
              <a:off x="1036329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2" name="Straight Connector 16"/>
            <p:cNvSpPr/>
            <p:nvPr/>
          </p:nvSpPr>
          <p:spPr>
            <a:xfrm flipH="1">
              <a:off x="1158243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3" name="Straight Connector 17"/>
            <p:cNvSpPr/>
            <p:nvPr/>
          </p:nvSpPr>
          <p:spPr>
            <a:xfrm>
              <a:off x="2819" y="386484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4" name="Straight Connector 18"/>
            <p:cNvSpPr/>
            <p:nvPr/>
          </p:nvSpPr>
          <p:spPr>
            <a:xfrm>
              <a:off x="2819" y="1611181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5" name="Straight Connector 19"/>
            <p:cNvSpPr/>
            <p:nvPr/>
          </p:nvSpPr>
          <p:spPr>
            <a:xfrm>
              <a:off x="2819" y="2835876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6" name="Straight Connector 20"/>
            <p:cNvSpPr/>
            <p:nvPr/>
          </p:nvSpPr>
          <p:spPr>
            <a:xfrm>
              <a:off x="2819" y="4060573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7" name="Straight Connector 21"/>
            <p:cNvSpPr/>
            <p:nvPr/>
          </p:nvSpPr>
          <p:spPr>
            <a:xfrm>
              <a:off x="2819" y="5285268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8" name="Straight Connector 22"/>
            <p:cNvSpPr/>
            <p:nvPr/>
          </p:nvSpPr>
          <p:spPr>
            <a:xfrm>
              <a:off x="2819" y="6509965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65" name="Group 23"/>
            <p:cNvGrpSpPr/>
            <p:nvPr/>
          </p:nvGrpSpPr>
          <p:grpSpPr>
            <a:xfrm>
              <a:off x="-3" y="-1"/>
              <a:ext cx="12192003" cy="6858001"/>
              <a:chOff x="0" y="0"/>
              <a:chExt cx="12192001" cy="6858000"/>
            </a:xfrm>
          </p:grpSpPr>
          <p:sp>
            <p:nvSpPr>
              <p:cNvPr id="149" name="Straight Connector 41"/>
              <p:cNvSpPr/>
              <p:nvPr/>
            </p:nvSpPr>
            <p:spPr>
              <a:xfrm>
                <a:off x="22542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0" name="Straight Connector 42"/>
              <p:cNvSpPr/>
              <p:nvPr/>
            </p:nvSpPr>
            <p:spPr>
              <a:xfrm>
                <a:off x="1449153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1" name="Straight Connector 43"/>
              <p:cNvSpPr/>
              <p:nvPr/>
            </p:nvSpPr>
            <p:spPr>
              <a:xfrm>
                <a:off x="266598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2" name="Straight Connector 44"/>
              <p:cNvSpPr/>
              <p:nvPr/>
            </p:nvSpPr>
            <p:spPr>
              <a:xfrm>
                <a:off x="3885118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3" name="Straight Connector 45"/>
              <p:cNvSpPr/>
              <p:nvPr/>
            </p:nvSpPr>
            <p:spPr>
              <a:xfrm>
                <a:off x="510650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59" name="Group 46"/>
              <p:cNvGrpSpPr/>
              <p:nvPr/>
            </p:nvGrpSpPr>
            <p:grpSpPr>
              <a:xfrm>
                <a:off x="6327885" y="-1"/>
                <a:ext cx="5864116" cy="5898675"/>
                <a:chOff x="0" y="0"/>
                <a:chExt cx="5864115" cy="5898673"/>
              </a:xfrm>
            </p:grpSpPr>
            <p:sp>
              <p:nvSpPr>
                <p:cNvPr id="154" name="Straight Connector 52"/>
                <p:cNvSpPr/>
                <p:nvPr/>
              </p:nvSpPr>
              <p:spPr>
                <a:xfrm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5" name="Straight Connector 53"/>
                <p:cNvSpPr/>
                <p:nvPr/>
              </p:nvSpPr>
              <p:spPr>
                <a:xfrm>
                  <a:off x="1221383" y="-1"/>
                  <a:ext cx="4642732" cy="4672427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6" name="Straight Connector 54"/>
                <p:cNvSpPr/>
                <p:nvPr/>
              </p:nvSpPr>
              <p:spPr>
                <a:xfrm>
                  <a:off x="2445112" y="-1"/>
                  <a:ext cx="3419003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7" name="Straight Connector 55"/>
                <p:cNvSpPr/>
                <p:nvPr/>
              </p:nvSpPr>
              <p:spPr>
                <a:xfrm>
                  <a:off x="3654314" y="0"/>
                  <a:ext cx="2209802" cy="222646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8" name="Straight Connector 56"/>
                <p:cNvSpPr/>
                <p:nvPr/>
              </p:nvSpPr>
              <p:spPr>
                <a:xfrm>
                  <a:off x="4871134" y="-1"/>
                  <a:ext cx="992981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60" name="Straight Connector 47"/>
              <p:cNvSpPr/>
              <p:nvPr/>
            </p:nvSpPr>
            <p:spPr>
              <a:xfrm flipH="1" flipV="1">
                <a:off x="-1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1" name="Straight Connector 48"/>
              <p:cNvSpPr/>
              <p:nvPr/>
            </p:nvSpPr>
            <p:spPr>
              <a:xfrm flipH="1" flipV="1">
                <a:off x="-1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" name="Straight Connector 49"/>
              <p:cNvSpPr/>
              <p:nvPr/>
            </p:nvSpPr>
            <p:spPr>
              <a:xfrm flipH="1" flipV="1">
                <a:off x="-1" y="3432148"/>
                <a:ext cx="3398419" cy="3425851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3" name="Straight Connector 50"/>
              <p:cNvSpPr/>
              <p:nvPr/>
            </p:nvSpPr>
            <p:spPr>
              <a:xfrm flipH="1" flipV="1">
                <a:off x="-1" y="4651430"/>
                <a:ext cx="2196496" cy="220656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4" name="Straight Connector 51"/>
              <p:cNvSpPr/>
              <p:nvPr/>
            </p:nvSpPr>
            <p:spPr>
              <a:xfrm flipH="1" flipV="1">
                <a:off x="-1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82" name="Group 24"/>
            <p:cNvGrpSpPr/>
            <p:nvPr/>
          </p:nvGrpSpPr>
          <p:grpSpPr>
            <a:xfrm>
              <a:off x="-1" y="-1"/>
              <a:ext cx="12192003" cy="6858001"/>
              <a:chOff x="0" y="0"/>
              <a:chExt cx="12192002" cy="6857999"/>
            </a:xfrm>
          </p:grpSpPr>
          <p:sp>
            <p:nvSpPr>
              <p:cNvPr id="166" name="Straight Connector 25"/>
              <p:cNvSpPr/>
              <p:nvPr/>
            </p:nvSpPr>
            <p:spPr>
              <a:xfrm flipH="1">
                <a:off x="515064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7" name="Straight Connector 26"/>
              <p:cNvSpPr/>
              <p:nvPr/>
            </p:nvSpPr>
            <p:spPr>
              <a:xfrm flipH="1">
                <a:off x="3926915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8" name="Straight Connector 27"/>
              <p:cNvSpPr/>
              <p:nvPr/>
            </p:nvSpPr>
            <p:spPr>
              <a:xfrm flipH="1">
                <a:off x="2710086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9" name="Straight Connector 28"/>
              <p:cNvSpPr/>
              <p:nvPr/>
            </p:nvSpPr>
            <p:spPr>
              <a:xfrm flipH="1">
                <a:off x="1490949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70" name="Straight Connector 29"/>
              <p:cNvSpPr/>
              <p:nvPr/>
            </p:nvSpPr>
            <p:spPr>
              <a:xfrm flipH="1">
                <a:off x="225424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76" name="Group 30"/>
              <p:cNvGrpSpPr/>
              <p:nvPr/>
            </p:nvGrpSpPr>
            <p:grpSpPr>
              <a:xfrm>
                <a:off x="-1" y="-1"/>
                <a:ext cx="5864116" cy="5898675"/>
                <a:chOff x="0" y="0"/>
                <a:chExt cx="5864114" cy="5898673"/>
              </a:xfrm>
            </p:grpSpPr>
            <p:sp>
              <p:nvSpPr>
                <p:cNvPr id="171" name="Straight Connector 36"/>
                <p:cNvSpPr/>
                <p:nvPr/>
              </p:nvSpPr>
              <p:spPr>
                <a:xfrm flipH="1"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2" name="Straight Connector 37"/>
                <p:cNvSpPr/>
                <p:nvPr/>
              </p:nvSpPr>
              <p:spPr>
                <a:xfrm flipH="1">
                  <a:off x="0" y="0"/>
                  <a:ext cx="4642733" cy="4672426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" name="Straight Connector 38"/>
                <p:cNvSpPr/>
                <p:nvPr/>
              </p:nvSpPr>
              <p:spPr>
                <a:xfrm flipH="1">
                  <a:off x="-1" y="0"/>
                  <a:ext cx="3419005" cy="345674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4" name="Straight Connector 39"/>
                <p:cNvSpPr/>
                <p:nvPr/>
              </p:nvSpPr>
              <p:spPr>
                <a:xfrm flipH="1">
                  <a:off x="0" y="-1"/>
                  <a:ext cx="2209801" cy="2226471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" name="Straight Connector 40"/>
                <p:cNvSpPr/>
                <p:nvPr/>
              </p:nvSpPr>
              <p:spPr>
                <a:xfrm flipH="1">
                  <a:off x="0" y="-1"/>
                  <a:ext cx="992982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77" name="Straight Connector 31"/>
              <p:cNvSpPr/>
              <p:nvPr/>
            </p:nvSpPr>
            <p:spPr>
              <a:xfrm flipV="1">
                <a:off x="6363190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78" name="Straight Connector 32"/>
              <p:cNvSpPr/>
              <p:nvPr/>
            </p:nvSpPr>
            <p:spPr>
              <a:xfrm flipV="1">
                <a:off x="7577220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79" name="Straight Connector 33"/>
              <p:cNvSpPr/>
              <p:nvPr/>
            </p:nvSpPr>
            <p:spPr>
              <a:xfrm flipV="1">
                <a:off x="8793582" y="3432149"/>
                <a:ext cx="3398420" cy="342585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80" name="Straight Connector 34"/>
              <p:cNvSpPr/>
              <p:nvPr/>
            </p:nvSpPr>
            <p:spPr>
              <a:xfrm flipV="1">
                <a:off x="9995504" y="4651431"/>
                <a:ext cx="2196498" cy="2206568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81" name="Straight Connector 35"/>
              <p:cNvSpPr/>
              <p:nvPr/>
            </p:nvSpPr>
            <p:spPr>
              <a:xfrm flipV="1">
                <a:off x="11204998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184" name="Title Text"/>
          <p:cNvSpPr txBox="1"/>
          <p:nvPr>
            <p:ph type="title"/>
          </p:nvPr>
        </p:nvSpPr>
        <p:spPr>
          <a:xfrm>
            <a:off x="1295400" y="2541572"/>
            <a:ext cx="9601200" cy="2743201"/>
          </a:xfrm>
          <a:prstGeom prst="rect">
            <a:avLst/>
          </a:prstGeom>
        </p:spPr>
        <p:txBody>
          <a:bodyPr/>
          <a:lstStyle>
            <a:lvl1pPr>
              <a:lnSpc>
                <a:spcPct val="85000"/>
              </a:lnSpc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5" name="Body Level One…"/>
          <p:cNvSpPr txBox="1"/>
          <p:nvPr>
            <p:ph type="body" sz="quarter" idx="1"/>
          </p:nvPr>
        </p:nvSpPr>
        <p:spPr>
          <a:xfrm>
            <a:off x="1295400" y="5431535"/>
            <a:ext cx="9601200" cy="4572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1pPr>
            <a:lvl2pPr marL="0" indent="45720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2pPr>
            <a:lvl3pPr marL="0" indent="91440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3pPr>
            <a:lvl4pPr marL="0" indent="137160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4pPr>
            <a:lvl5pPr marL="0" indent="182880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6" name="Straight Connector 57"/>
          <p:cNvSpPr/>
          <p:nvPr/>
        </p:nvSpPr>
        <p:spPr>
          <a:xfrm>
            <a:off x="1295400" y="5294174"/>
            <a:ext cx="9601200" cy="1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itle Text"/>
          <p:cNvSpPr txBox="1"/>
          <p:nvPr>
            <p:ph type="title"/>
          </p:nvPr>
        </p:nvSpPr>
        <p:spPr>
          <a:xfrm>
            <a:off x="1295400" y="503853"/>
            <a:ext cx="9601200" cy="114238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5" name="Body Level One…"/>
          <p:cNvSpPr txBox="1"/>
          <p:nvPr>
            <p:ph type="body" sz="half" idx="1"/>
          </p:nvPr>
        </p:nvSpPr>
        <p:spPr>
          <a:xfrm>
            <a:off x="1295400" y="1981199"/>
            <a:ext cx="4572000" cy="381000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Text"/>
          <p:cNvSpPr txBox="1"/>
          <p:nvPr>
            <p:ph type="title"/>
          </p:nvPr>
        </p:nvSpPr>
        <p:spPr>
          <a:xfrm>
            <a:off x="1295400" y="503853"/>
            <a:ext cx="9601200" cy="114238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04" name="Body Level One…"/>
          <p:cNvSpPr txBox="1"/>
          <p:nvPr>
            <p:ph type="body" sz="quarter" idx="1"/>
          </p:nvPr>
        </p:nvSpPr>
        <p:spPr>
          <a:xfrm>
            <a:off x="1295400" y="1818321"/>
            <a:ext cx="4572000" cy="641351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45720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91440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137160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182880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5" name="Text Placeholder 4"/>
          <p:cNvSpPr/>
          <p:nvPr>
            <p:ph type="body" sz="quarter" idx="21"/>
          </p:nvPr>
        </p:nvSpPr>
        <p:spPr>
          <a:xfrm>
            <a:off x="6324600" y="1818321"/>
            <a:ext cx="4572000" cy="641351"/>
          </a:xfrm>
          <a:prstGeom prst="rect">
            <a:avLst/>
          </a:prstGeom>
        </p:spPr>
        <p:txBody>
          <a:bodyPr anchor="ctr"/>
          <a:lstStyle/>
          <a:p>
            <a: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pPr>
          </a:p>
        </p:txBody>
      </p:sp>
      <p:sp>
        <p:nvSpPr>
          <p:cNvPr id="2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itle Text"/>
          <p:cNvSpPr txBox="1"/>
          <p:nvPr>
            <p:ph type="title"/>
          </p:nvPr>
        </p:nvSpPr>
        <p:spPr>
          <a:xfrm>
            <a:off x="1295400" y="503853"/>
            <a:ext cx="9601200" cy="114238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roup 160"/>
          <p:cNvGrpSpPr/>
          <p:nvPr/>
        </p:nvGrpSpPr>
        <p:grpSpPr>
          <a:xfrm>
            <a:off x="-4" y="-1"/>
            <a:ext cx="12192005" cy="6858002"/>
            <a:chOff x="-2" y="0"/>
            <a:chExt cx="12192004" cy="6858000"/>
          </a:xfrm>
        </p:grpSpPr>
        <p:sp>
          <p:nvSpPr>
            <p:cNvPr id="221" name="Straight Connector 161"/>
            <p:cNvSpPr/>
            <p:nvPr/>
          </p:nvSpPr>
          <p:spPr>
            <a:xfrm flipH="1">
              <a:off x="610193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2" name="Straight Connector 162"/>
            <p:cNvSpPr/>
            <p:nvPr/>
          </p:nvSpPr>
          <p:spPr>
            <a:xfrm flipH="1">
              <a:off x="182933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3" name="Straight Connector 163"/>
            <p:cNvSpPr/>
            <p:nvPr/>
          </p:nvSpPr>
          <p:spPr>
            <a:xfrm flipH="1">
              <a:off x="304847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4" name="Straight Connector 164"/>
            <p:cNvSpPr/>
            <p:nvPr/>
          </p:nvSpPr>
          <p:spPr>
            <a:xfrm flipH="1">
              <a:off x="426760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5" name="Straight Connector 165"/>
            <p:cNvSpPr/>
            <p:nvPr/>
          </p:nvSpPr>
          <p:spPr>
            <a:xfrm flipH="1">
              <a:off x="548674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6" name="Straight Connector 166"/>
            <p:cNvSpPr/>
            <p:nvPr/>
          </p:nvSpPr>
          <p:spPr>
            <a:xfrm flipH="1">
              <a:off x="6705884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7" name="Straight Connector 167"/>
            <p:cNvSpPr/>
            <p:nvPr/>
          </p:nvSpPr>
          <p:spPr>
            <a:xfrm flipH="1">
              <a:off x="792502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8" name="Straight Connector 168"/>
            <p:cNvSpPr/>
            <p:nvPr/>
          </p:nvSpPr>
          <p:spPr>
            <a:xfrm flipH="1">
              <a:off x="914416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9" name="Straight Connector 169"/>
            <p:cNvSpPr/>
            <p:nvPr/>
          </p:nvSpPr>
          <p:spPr>
            <a:xfrm flipH="1">
              <a:off x="1036329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0" name="Straight Connector 170"/>
            <p:cNvSpPr/>
            <p:nvPr/>
          </p:nvSpPr>
          <p:spPr>
            <a:xfrm flipH="1">
              <a:off x="1158243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1" name="Straight Connector 171"/>
            <p:cNvSpPr/>
            <p:nvPr/>
          </p:nvSpPr>
          <p:spPr>
            <a:xfrm>
              <a:off x="2819" y="386484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2" name="Straight Connector 172"/>
            <p:cNvSpPr/>
            <p:nvPr/>
          </p:nvSpPr>
          <p:spPr>
            <a:xfrm>
              <a:off x="2819" y="1611181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3" name="Straight Connector 173"/>
            <p:cNvSpPr/>
            <p:nvPr/>
          </p:nvSpPr>
          <p:spPr>
            <a:xfrm>
              <a:off x="2819" y="2835876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4" name="Straight Connector 174"/>
            <p:cNvSpPr/>
            <p:nvPr/>
          </p:nvSpPr>
          <p:spPr>
            <a:xfrm>
              <a:off x="2819" y="4060573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5" name="Straight Connector 175"/>
            <p:cNvSpPr/>
            <p:nvPr/>
          </p:nvSpPr>
          <p:spPr>
            <a:xfrm>
              <a:off x="2819" y="5285268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6" name="Straight Connector 176"/>
            <p:cNvSpPr/>
            <p:nvPr/>
          </p:nvSpPr>
          <p:spPr>
            <a:xfrm>
              <a:off x="2819" y="6509965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53" name="Group 177"/>
            <p:cNvGrpSpPr/>
            <p:nvPr/>
          </p:nvGrpSpPr>
          <p:grpSpPr>
            <a:xfrm>
              <a:off x="-3" y="-1"/>
              <a:ext cx="12192003" cy="6858001"/>
              <a:chOff x="0" y="0"/>
              <a:chExt cx="12192001" cy="6858000"/>
            </a:xfrm>
          </p:grpSpPr>
          <p:sp>
            <p:nvSpPr>
              <p:cNvPr id="237" name="Straight Connector 195"/>
              <p:cNvSpPr/>
              <p:nvPr/>
            </p:nvSpPr>
            <p:spPr>
              <a:xfrm>
                <a:off x="22542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38" name="Straight Connector 196"/>
              <p:cNvSpPr/>
              <p:nvPr/>
            </p:nvSpPr>
            <p:spPr>
              <a:xfrm>
                <a:off x="1449153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39" name="Straight Connector 197"/>
              <p:cNvSpPr/>
              <p:nvPr/>
            </p:nvSpPr>
            <p:spPr>
              <a:xfrm>
                <a:off x="266598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40" name="Straight Connector 198"/>
              <p:cNvSpPr/>
              <p:nvPr/>
            </p:nvSpPr>
            <p:spPr>
              <a:xfrm>
                <a:off x="3885118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41" name="Straight Connector 199"/>
              <p:cNvSpPr/>
              <p:nvPr/>
            </p:nvSpPr>
            <p:spPr>
              <a:xfrm>
                <a:off x="510650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247" name="Group 200"/>
              <p:cNvGrpSpPr/>
              <p:nvPr/>
            </p:nvGrpSpPr>
            <p:grpSpPr>
              <a:xfrm>
                <a:off x="6327885" y="-1"/>
                <a:ext cx="5864116" cy="5898675"/>
                <a:chOff x="0" y="0"/>
                <a:chExt cx="5864115" cy="5898673"/>
              </a:xfrm>
            </p:grpSpPr>
            <p:sp>
              <p:nvSpPr>
                <p:cNvPr id="242" name="Straight Connector 206"/>
                <p:cNvSpPr/>
                <p:nvPr/>
              </p:nvSpPr>
              <p:spPr>
                <a:xfrm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3" name="Straight Connector 207"/>
                <p:cNvSpPr/>
                <p:nvPr/>
              </p:nvSpPr>
              <p:spPr>
                <a:xfrm>
                  <a:off x="1221383" y="-1"/>
                  <a:ext cx="4642732" cy="467242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4" name="Straight Connector 208"/>
                <p:cNvSpPr/>
                <p:nvPr/>
              </p:nvSpPr>
              <p:spPr>
                <a:xfrm>
                  <a:off x="2445112" y="-1"/>
                  <a:ext cx="3419003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5" name="Straight Connector 209"/>
                <p:cNvSpPr/>
                <p:nvPr/>
              </p:nvSpPr>
              <p:spPr>
                <a:xfrm>
                  <a:off x="3654314" y="0"/>
                  <a:ext cx="2209802" cy="222646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6" name="Straight Connector 210"/>
                <p:cNvSpPr/>
                <p:nvPr/>
              </p:nvSpPr>
              <p:spPr>
                <a:xfrm>
                  <a:off x="4871134" y="-1"/>
                  <a:ext cx="992981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248" name="Straight Connector 201"/>
              <p:cNvSpPr/>
              <p:nvPr/>
            </p:nvSpPr>
            <p:spPr>
              <a:xfrm flipH="1" flipV="1">
                <a:off x="-1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49" name="Straight Connector 202"/>
              <p:cNvSpPr/>
              <p:nvPr/>
            </p:nvSpPr>
            <p:spPr>
              <a:xfrm flipH="1" flipV="1">
                <a:off x="-1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0" name="Straight Connector 203"/>
              <p:cNvSpPr/>
              <p:nvPr/>
            </p:nvSpPr>
            <p:spPr>
              <a:xfrm flipH="1" flipV="1">
                <a:off x="-1" y="3432148"/>
                <a:ext cx="3398419" cy="34258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1" name="Straight Connector 204"/>
              <p:cNvSpPr/>
              <p:nvPr/>
            </p:nvSpPr>
            <p:spPr>
              <a:xfrm flipH="1" flipV="1">
                <a:off x="-1" y="4651430"/>
                <a:ext cx="2196496" cy="220656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2" name="Straight Connector 205"/>
              <p:cNvSpPr/>
              <p:nvPr/>
            </p:nvSpPr>
            <p:spPr>
              <a:xfrm flipH="1" flipV="1">
                <a:off x="-1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270" name="Group 178"/>
            <p:cNvGrpSpPr/>
            <p:nvPr/>
          </p:nvGrpSpPr>
          <p:grpSpPr>
            <a:xfrm>
              <a:off x="-1" y="-1"/>
              <a:ext cx="12192003" cy="6858001"/>
              <a:chOff x="0" y="0"/>
              <a:chExt cx="12192002" cy="6857999"/>
            </a:xfrm>
          </p:grpSpPr>
          <p:sp>
            <p:nvSpPr>
              <p:cNvPr id="254" name="Straight Connector 179"/>
              <p:cNvSpPr/>
              <p:nvPr/>
            </p:nvSpPr>
            <p:spPr>
              <a:xfrm flipH="1">
                <a:off x="515064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5" name="Straight Connector 180"/>
              <p:cNvSpPr/>
              <p:nvPr/>
            </p:nvSpPr>
            <p:spPr>
              <a:xfrm flipH="1">
                <a:off x="3926915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6" name="Straight Connector 181"/>
              <p:cNvSpPr/>
              <p:nvPr/>
            </p:nvSpPr>
            <p:spPr>
              <a:xfrm flipH="1">
                <a:off x="2710086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7" name="Straight Connector 182"/>
              <p:cNvSpPr/>
              <p:nvPr/>
            </p:nvSpPr>
            <p:spPr>
              <a:xfrm flipH="1">
                <a:off x="1490949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8" name="Straight Connector 183"/>
              <p:cNvSpPr/>
              <p:nvPr/>
            </p:nvSpPr>
            <p:spPr>
              <a:xfrm flipH="1">
                <a:off x="269566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264" name="Group 184"/>
              <p:cNvGrpSpPr/>
              <p:nvPr/>
            </p:nvGrpSpPr>
            <p:grpSpPr>
              <a:xfrm>
                <a:off x="-1" y="-1"/>
                <a:ext cx="5864116" cy="5898675"/>
                <a:chOff x="0" y="0"/>
                <a:chExt cx="5864114" cy="5898673"/>
              </a:xfrm>
            </p:grpSpPr>
            <p:sp>
              <p:nvSpPr>
                <p:cNvPr id="259" name="Straight Connector 190"/>
                <p:cNvSpPr/>
                <p:nvPr/>
              </p:nvSpPr>
              <p:spPr>
                <a:xfrm flipH="1"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0" name="Straight Connector 191"/>
                <p:cNvSpPr/>
                <p:nvPr/>
              </p:nvSpPr>
              <p:spPr>
                <a:xfrm flipH="1">
                  <a:off x="0" y="0"/>
                  <a:ext cx="4642733" cy="4672426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1" name="Straight Connector 192"/>
                <p:cNvSpPr/>
                <p:nvPr/>
              </p:nvSpPr>
              <p:spPr>
                <a:xfrm flipH="1">
                  <a:off x="-1" y="0"/>
                  <a:ext cx="3419005" cy="345674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2" name="Straight Connector 193"/>
                <p:cNvSpPr/>
                <p:nvPr/>
              </p:nvSpPr>
              <p:spPr>
                <a:xfrm flipH="1">
                  <a:off x="0" y="-1"/>
                  <a:ext cx="2209801" cy="2226471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" name="Straight Connector 194"/>
                <p:cNvSpPr/>
                <p:nvPr/>
              </p:nvSpPr>
              <p:spPr>
                <a:xfrm flipH="1">
                  <a:off x="0" y="-1"/>
                  <a:ext cx="992982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265" name="Straight Connector 185"/>
              <p:cNvSpPr/>
              <p:nvPr/>
            </p:nvSpPr>
            <p:spPr>
              <a:xfrm flipV="1">
                <a:off x="6363190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6" name="Straight Connector 186"/>
              <p:cNvSpPr/>
              <p:nvPr/>
            </p:nvSpPr>
            <p:spPr>
              <a:xfrm flipV="1">
                <a:off x="7577220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7" name="Straight Connector 187"/>
              <p:cNvSpPr/>
              <p:nvPr/>
            </p:nvSpPr>
            <p:spPr>
              <a:xfrm flipV="1">
                <a:off x="8793582" y="3432149"/>
                <a:ext cx="3398420" cy="342585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8" name="Straight Connector 188"/>
              <p:cNvSpPr/>
              <p:nvPr/>
            </p:nvSpPr>
            <p:spPr>
              <a:xfrm flipV="1">
                <a:off x="9995504" y="4651431"/>
                <a:ext cx="2196498" cy="220656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9" name="Straight Connector 189"/>
              <p:cNvSpPr/>
              <p:nvPr/>
            </p:nvSpPr>
            <p:spPr>
              <a:xfrm flipV="1">
                <a:off x="11204998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2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Off val="-9333"/>
              </a:schemeClr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roup 8"/>
          <p:cNvGrpSpPr/>
          <p:nvPr/>
        </p:nvGrpSpPr>
        <p:grpSpPr>
          <a:xfrm>
            <a:off x="-4" y="-1"/>
            <a:ext cx="12192005" cy="6858002"/>
            <a:chOff x="-2" y="0"/>
            <a:chExt cx="12192004" cy="6858000"/>
          </a:xfrm>
        </p:grpSpPr>
        <p:sp>
          <p:nvSpPr>
            <p:cNvPr id="279" name="Straight Connector 9"/>
            <p:cNvSpPr/>
            <p:nvPr/>
          </p:nvSpPr>
          <p:spPr>
            <a:xfrm flipH="1">
              <a:off x="610193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0" name="Straight Connector 10"/>
            <p:cNvSpPr/>
            <p:nvPr/>
          </p:nvSpPr>
          <p:spPr>
            <a:xfrm flipH="1">
              <a:off x="182933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1" name="Straight Connector 11"/>
            <p:cNvSpPr/>
            <p:nvPr/>
          </p:nvSpPr>
          <p:spPr>
            <a:xfrm flipH="1">
              <a:off x="304847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2" name="Straight Connector 12"/>
            <p:cNvSpPr/>
            <p:nvPr/>
          </p:nvSpPr>
          <p:spPr>
            <a:xfrm flipH="1">
              <a:off x="426760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3" name="Straight Connector 13"/>
            <p:cNvSpPr/>
            <p:nvPr/>
          </p:nvSpPr>
          <p:spPr>
            <a:xfrm flipH="1">
              <a:off x="548674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4" name="Straight Connector 14"/>
            <p:cNvSpPr/>
            <p:nvPr/>
          </p:nvSpPr>
          <p:spPr>
            <a:xfrm flipH="1">
              <a:off x="6705884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5" name="Straight Connector 15"/>
            <p:cNvSpPr/>
            <p:nvPr/>
          </p:nvSpPr>
          <p:spPr>
            <a:xfrm flipH="1">
              <a:off x="792502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6" name="Straight Connector 16"/>
            <p:cNvSpPr/>
            <p:nvPr/>
          </p:nvSpPr>
          <p:spPr>
            <a:xfrm flipH="1">
              <a:off x="914416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7" name="Straight Connector 17"/>
            <p:cNvSpPr/>
            <p:nvPr/>
          </p:nvSpPr>
          <p:spPr>
            <a:xfrm flipH="1">
              <a:off x="1036329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8" name="Straight Connector 18"/>
            <p:cNvSpPr/>
            <p:nvPr/>
          </p:nvSpPr>
          <p:spPr>
            <a:xfrm flipH="1">
              <a:off x="1158243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9" name="Straight Connector 19"/>
            <p:cNvSpPr/>
            <p:nvPr/>
          </p:nvSpPr>
          <p:spPr>
            <a:xfrm>
              <a:off x="2819" y="386484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0" name="Straight Connector 20"/>
            <p:cNvSpPr/>
            <p:nvPr/>
          </p:nvSpPr>
          <p:spPr>
            <a:xfrm>
              <a:off x="2819" y="1611181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1" name="Straight Connector 21"/>
            <p:cNvSpPr/>
            <p:nvPr/>
          </p:nvSpPr>
          <p:spPr>
            <a:xfrm>
              <a:off x="2819" y="2835876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2" name="Straight Connector 22"/>
            <p:cNvSpPr/>
            <p:nvPr/>
          </p:nvSpPr>
          <p:spPr>
            <a:xfrm>
              <a:off x="2819" y="4060573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3" name="Straight Connector 23"/>
            <p:cNvSpPr/>
            <p:nvPr/>
          </p:nvSpPr>
          <p:spPr>
            <a:xfrm>
              <a:off x="2819" y="5285268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4" name="Straight Connector 24"/>
            <p:cNvSpPr/>
            <p:nvPr/>
          </p:nvSpPr>
          <p:spPr>
            <a:xfrm>
              <a:off x="2819" y="6509965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311" name="Group 25"/>
            <p:cNvGrpSpPr/>
            <p:nvPr/>
          </p:nvGrpSpPr>
          <p:grpSpPr>
            <a:xfrm>
              <a:off x="-3" y="-1"/>
              <a:ext cx="12192003" cy="6858001"/>
              <a:chOff x="0" y="0"/>
              <a:chExt cx="12192001" cy="6858000"/>
            </a:xfrm>
          </p:grpSpPr>
          <p:sp>
            <p:nvSpPr>
              <p:cNvPr id="295" name="Straight Connector 43"/>
              <p:cNvSpPr/>
              <p:nvPr/>
            </p:nvSpPr>
            <p:spPr>
              <a:xfrm>
                <a:off x="22542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96" name="Straight Connector 44"/>
              <p:cNvSpPr/>
              <p:nvPr/>
            </p:nvSpPr>
            <p:spPr>
              <a:xfrm>
                <a:off x="1449153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97" name="Straight Connector 45"/>
              <p:cNvSpPr/>
              <p:nvPr/>
            </p:nvSpPr>
            <p:spPr>
              <a:xfrm>
                <a:off x="266598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98" name="Straight Connector 46"/>
              <p:cNvSpPr/>
              <p:nvPr/>
            </p:nvSpPr>
            <p:spPr>
              <a:xfrm>
                <a:off x="3885118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99" name="Straight Connector 47"/>
              <p:cNvSpPr/>
              <p:nvPr/>
            </p:nvSpPr>
            <p:spPr>
              <a:xfrm>
                <a:off x="510650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05" name="Group 48"/>
              <p:cNvGrpSpPr/>
              <p:nvPr/>
            </p:nvGrpSpPr>
            <p:grpSpPr>
              <a:xfrm>
                <a:off x="6327885" y="-1"/>
                <a:ext cx="5864116" cy="5898675"/>
                <a:chOff x="0" y="0"/>
                <a:chExt cx="5864115" cy="5898673"/>
              </a:xfrm>
            </p:grpSpPr>
            <p:sp>
              <p:nvSpPr>
                <p:cNvPr id="300" name="Straight Connector 54"/>
                <p:cNvSpPr/>
                <p:nvPr/>
              </p:nvSpPr>
              <p:spPr>
                <a:xfrm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1" name="Straight Connector 55"/>
                <p:cNvSpPr/>
                <p:nvPr/>
              </p:nvSpPr>
              <p:spPr>
                <a:xfrm>
                  <a:off x="1221383" y="-1"/>
                  <a:ext cx="4642732" cy="4672427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2" name="Straight Connector 56"/>
                <p:cNvSpPr/>
                <p:nvPr/>
              </p:nvSpPr>
              <p:spPr>
                <a:xfrm>
                  <a:off x="2445112" y="-1"/>
                  <a:ext cx="3419003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3" name="Straight Connector 57"/>
                <p:cNvSpPr/>
                <p:nvPr/>
              </p:nvSpPr>
              <p:spPr>
                <a:xfrm>
                  <a:off x="3654314" y="0"/>
                  <a:ext cx="2209802" cy="222646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4" name="Straight Connector 58"/>
                <p:cNvSpPr/>
                <p:nvPr/>
              </p:nvSpPr>
              <p:spPr>
                <a:xfrm>
                  <a:off x="4871134" y="-1"/>
                  <a:ext cx="992981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06" name="Straight Connector 49"/>
              <p:cNvSpPr/>
              <p:nvPr/>
            </p:nvSpPr>
            <p:spPr>
              <a:xfrm flipH="1" flipV="1">
                <a:off x="-1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7" name="Straight Connector 50"/>
              <p:cNvSpPr/>
              <p:nvPr/>
            </p:nvSpPr>
            <p:spPr>
              <a:xfrm flipH="1" flipV="1">
                <a:off x="-1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8" name="Straight Connector 51"/>
              <p:cNvSpPr/>
              <p:nvPr/>
            </p:nvSpPr>
            <p:spPr>
              <a:xfrm flipH="1" flipV="1">
                <a:off x="-1" y="3432148"/>
                <a:ext cx="3398419" cy="3425851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9" name="Straight Connector 52"/>
              <p:cNvSpPr/>
              <p:nvPr/>
            </p:nvSpPr>
            <p:spPr>
              <a:xfrm flipH="1" flipV="1">
                <a:off x="-1" y="4651430"/>
                <a:ext cx="2196496" cy="220656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0" name="Straight Connector 53"/>
              <p:cNvSpPr/>
              <p:nvPr/>
            </p:nvSpPr>
            <p:spPr>
              <a:xfrm flipH="1" flipV="1">
                <a:off x="-1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28" name="Group 26"/>
            <p:cNvGrpSpPr/>
            <p:nvPr/>
          </p:nvGrpSpPr>
          <p:grpSpPr>
            <a:xfrm>
              <a:off x="-1" y="-1"/>
              <a:ext cx="12192003" cy="6858001"/>
              <a:chOff x="0" y="0"/>
              <a:chExt cx="12192002" cy="6857999"/>
            </a:xfrm>
          </p:grpSpPr>
          <p:sp>
            <p:nvSpPr>
              <p:cNvPr id="312" name="Straight Connector 27"/>
              <p:cNvSpPr/>
              <p:nvPr/>
            </p:nvSpPr>
            <p:spPr>
              <a:xfrm flipH="1">
                <a:off x="515064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3" name="Straight Connector 28"/>
              <p:cNvSpPr/>
              <p:nvPr/>
            </p:nvSpPr>
            <p:spPr>
              <a:xfrm flipH="1">
                <a:off x="3926915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4" name="Straight Connector 29"/>
              <p:cNvSpPr/>
              <p:nvPr/>
            </p:nvSpPr>
            <p:spPr>
              <a:xfrm flipH="1">
                <a:off x="2710086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5" name="Straight Connector 30"/>
              <p:cNvSpPr/>
              <p:nvPr/>
            </p:nvSpPr>
            <p:spPr>
              <a:xfrm flipH="1">
                <a:off x="1490949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6" name="Straight Connector 31"/>
              <p:cNvSpPr/>
              <p:nvPr/>
            </p:nvSpPr>
            <p:spPr>
              <a:xfrm flipH="1">
                <a:off x="225424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22" name="Group 32"/>
              <p:cNvGrpSpPr/>
              <p:nvPr/>
            </p:nvGrpSpPr>
            <p:grpSpPr>
              <a:xfrm>
                <a:off x="-1" y="-1"/>
                <a:ext cx="5864116" cy="5898675"/>
                <a:chOff x="0" y="0"/>
                <a:chExt cx="5864114" cy="5898673"/>
              </a:xfrm>
            </p:grpSpPr>
            <p:sp>
              <p:nvSpPr>
                <p:cNvPr id="317" name="Straight Connector 38"/>
                <p:cNvSpPr/>
                <p:nvPr/>
              </p:nvSpPr>
              <p:spPr>
                <a:xfrm flipH="1"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8" name="Straight Connector 39"/>
                <p:cNvSpPr/>
                <p:nvPr/>
              </p:nvSpPr>
              <p:spPr>
                <a:xfrm flipH="1">
                  <a:off x="0" y="0"/>
                  <a:ext cx="4642733" cy="4672426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9" name="Straight Connector 40"/>
                <p:cNvSpPr/>
                <p:nvPr/>
              </p:nvSpPr>
              <p:spPr>
                <a:xfrm flipH="1">
                  <a:off x="-1" y="0"/>
                  <a:ext cx="3419005" cy="345674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0" name="Straight Connector 41"/>
                <p:cNvSpPr/>
                <p:nvPr/>
              </p:nvSpPr>
              <p:spPr>
                <a:xfrm flipH="1">
                  <a:off x="0" y="-1"/>
                  <a:ext cx="2209801" cy="2226471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1" name="Straight Connector 42"/>
                <p:cNvSpPr/>
                <p:nvPr/>
              </p:nvSpPr>
              <p:spPr>
                <a:xfrm flipH="1">
                  <a:off x="0" y="-1"/>
                  <a:ext cx="992982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3" name="Straight Connector 33"/>
              <p:cNvSpPr/>
              <p:nvPr/>
            </p:nvSpPr>
            <p:spPr>
              <a:xfrm flipV="1">
                <a:off x="6363190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4" name="Straight Connector 34"/>
              <p:cNvSpPr/>
              <p:nvPr/>
            </p:nvSpPr>
            <p:spPr>
              <a:xfrm flipV="1">
                <a:off x="7577220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5" name="Straight Connector 35"/>
              <p:cNvSpPr/>
              <p:nvPr/>
            </p:nvSpPr>
            <p:spPr>
              <a:xfrm flipV="1">
                <a:off x="8793582" y="3432149"/>
                <a:ext cx="3398420" cy="342585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6" name="Straight Connector 36"/>
              <p:cNvSpPr/>
              <p:nvPr/>
            </p:nvSpPr>
            <p:spPr>
              <a:xfrm flipV="1">
                <a:off x="9995504" y="4651431"/>
                <a:ext cx="2196498" cy="2206568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7" name="Straight Connector 37"/>
              <p:cNvSpPr/>
              <p:nvPr/>
            </p:nvSpPr>
            <p:spPr>
              <a:xfrm flipV="1">
                <a:off x="11204998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330" name="Rectangle 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69000">
                <a:srgbClr val="FFFFFF"/>
              </a:gs>
              <a:gs pos="100000">
                <a:srgbClr val="F2F2F2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itle Text"/>
          <p:cNvSpPr txBox="1"/>
          <p:nvPr>
            <p:ph type="title"/>
          </p:nvPr>
        </p:nvSpPr>
        <p:spPr>
          <a:xfrm>
            <a:off x="7913151" y="571500"/>
            <a:ext cx="3657601" cy="2197100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2" name="Body Level One…"/>
          <p:cNvSpPr txBox="1"/>
          <p:nvPr>
            <p:ph type="body" idx="1"/>
          </p:nvPr>
        </p:nvSpPr>
        <p:spPr>
          <a:xfrm>
            <a:off x="543196" y="571500"/>
            <a:ext cx="6217922" cy="5715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3" name="Text Placeholder 3"/>
          <p:cNvSpPr/>
          <p:nvPr>
            <p:ph type="body" sz="quarter" idx="21"/>
          </p:nvPr>
        </p:nvSpPr>
        <p:spPr>
          <a:xfrm>
            <a:off x="7913151" y="2995011"/>
            <a:ext cx="3657601" cy="228595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334" name="Straight Connector 59"/>
          <p:cNvSpPr/>
          <p:nvPr/>
        </p:nvSpPr>
        <p:spPr>
          <a:xfrm>
            <a:off x="7923089" y="2895600"/>
            <a:ext cx="3659312" cy="0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Off val="-9333"/>
              </a:schemeClr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7"/>
          <p:cNvGrpSpPr/>
          <p:nvPr/>
        </p:nvGrpSpPr>
        <p:grpSpPr>
          <a:xfrm>
            <a:off x="-4" y="-1"/>
            <a:ext cx="12192005" cy="6858002"/>
            <a:chOff x="-2" y="0"/>
            <a:chExt cx="12192004" cy="6858000"/>
          </a:xfrm>
        </p:grpSpPr>
        <p:sp>
          <p:nvSpPr>
            <p:cNvPr id="342" name="Straight Connector 8"/>
            <p:cNvSpPr/>
            <p:nvPr/>
          </p:nvSpPr>
          <p:spPr>
            <a:xfrm flipH="1">
              <a:off x="610193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3" name="Straight Connector 9"/>
            <p:cNvSpPr/>
            <p:nvPr/>
          </p:nvSpPr>
          <p:spPr>
            <a:xfrm flipH="1">
              <a:off x="182933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4" name="Straight Connector 10"/>
            <p:cNvSpPr/>
            <p:nvPr/>
          </p:nvSpPr>
          <p:spPr>
            <a:xfrm flipH="1">
              <a:off x="304847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5" name="Straight Connector 11"/>
            <p:cNvSpPr/>
            <p:nvPr/>
          </p:nvSpPr>
          <p:spPr>
            <a:xfrm flipH="1">
              <a:off x="426760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6" name="Straight Connector 12"/>
            <p:cNvSpPr/>
            <p:nvPr/>
          </p:nvSpPr>
          <p:spPr>
            <a:xfrm flipH="1">
              <a:off x="548674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7" name="Straight Connector 13"/>
            <p:cNvSpPr/>
            <p:nvPr/>
          </p:nvSpPr>
          <p:spPr>
            <a:xfrm flipH="1">
              <a:off x="6705884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8" name="Straight Connector 14"/>
            <p:cNvSpPr/>
            <p:nvPr/>
          </p:nvSpPr>
          <p:spPr>
            <a:xfrm flipH="1">
              <a:off x="7925022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9" name="Straight Connector 15"/>
            <p:cNvSpPr/>
            <p:nvPr/>
          </p:nvSpPr>
          <p:spPr>
            <a:xfrm flipH="1">
              <a:off x="9144160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0" name="Straight Connector 16"/>
            <p:cNvSpPr/>
            <p:nvPr/>
          </p:nvSpPr>
          <p:spPr>
            <a:xfrm flipH="1">
              <a:off x="10363298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1" name="Straight Connector 17"/>
            <p:cNvSpPr/>
            <p:nvPr/>
          </p:nvSpPr>
          <p:spPr>
            <a:xfrm flipH="1">
              <a:off x="11582436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2" name="Straight Connector 18"/>
            <p:cNvSpPr/>
            <p:nvPr/>
          </p:nvSpPr>
          <p:spPr>
            <a:xfrm>
              <a:off x="2819" y="386484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3" name="Straight Connector 19"/>
            <p:cNvSpPr/>
            <p:nvPr/>
          </p:nvSpPr>
          <p:spPr>
            <a:xfrm>
              <a:off x="2819" y="1611181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4" name="Straight Connector 20"/>
            <p:cNvSpPr/>
            <p:nvPr/>
          </p:nvSpPr>
          <p:spPr>
            <a:xfrm>
              <a:off x="2819" y="2835876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5" name="Straight Connector 21"/>
            <p:cNvSpPr/>
            <p:nvPr/>
          </p:nvSpPr>
          <p:spPr>
            <a:xfrm>
              <a:off x="2819" y="4060573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6" name="Straight Connector 22"/>
            <p:cNvSpPr/>
            <p:nvPr/>
          </p:nvSpPr>
          <p:spPr>
            <a:xfrm>
              <a:off x="2819" y="5285268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7" name="Straight Connector 23"/>
            <p:cNvSpPr/>
            <p:nvPr/>
          </p:nvSpPr>
          <p:spPr>
            <a:xfrm>
              <a:off x="2819" y="6509965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374" name="Group 24"/>
            <p:cNvGrpSpPr/>
            <p:nvPr/>
          </p:nvGrpSpPr>
          <p:grpSpPr>
            <a:xfrm>
              <a:off x="-3" y="-1"/>
              <a:ext cx="12192003" cy="6858001"/>
              <a:chOff x="0" y="0"/>
              <a:chExt cx="12192001" cy="6858000"/>
            </a:xfrm>
          </p:grpSpPr>
          <p:sp>
            <p:nvSpPr>
              <p:cNvPr id="358" name="Straight Connector 42"/>
              <p:cNvSpPr/>
              <p:nvPr/>
            </p:nvSpPr>
            <p:spPr>
              <a:xfrm>
                <a:off x="22542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59" name="Straight Connector 43"/>
              <p:cNvSpPr/>
              <p:nvPr/>
            </p:nvSpPr>
            <p:spPr>
              <a:xfrm>
                <a:off x="1449153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60" name="Straight Connector 44"/>
              <p:cNvSpPr/>
              <p:nvPr/>
            </p:nvSpPr>
            <p:spPr>
              <a:xfrm>
                <a:off x="266598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61" name="Straight Connector 45"/>
              <p:cNvSpPr/>
              <p:nvPr/>
            </p:nvSpPr>
            <p:spPr>
              <a:xfrm>
                <a:off x="3885118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62" name="Straight Connector 46"/>
              <p:cNvSpPr/>
              <p:nvPr/>
            </p:nvSpPr>
            <p:spPr>
              <a:xfrm>
                <a:off x="5106501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68" name="Group 47"/>
              <p:cNvGrpSpPr/>
              <p:nvPr/>
            </p:nvGrpSpPr>
            <p:grpSpPr>
              <a:xfrm>
                <a:off x="6327885" y="-1"/>
                <a:ext cx="5864116" cy="5898675"/>
                <a:chOff x="0" y="0"/>
                <a:chExt cx="5864115" cy="5898673"/>
              </a:xfrm>
            </p:grpSpPr>
            <p:sp>
              <p:nvSpPr>
                <p:cNvPr id="363" name="Straight Connector 53"/>
                <p:cNvSpPr/>
                <p:nvPr/>
              </p:nvSpPr>
              <p:spPr>
                <a:xfrm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4" name="Straight Connector 54"/>
                <p:cNvSpPr/>
                <p:nvPr/>
              </p:nvSpPr>
              <p:spPr>
                <a:xfrm>
                  <a:off x="1221383" y="-1"/>
                  <a:ext cx="4642732" cy="4672427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5" name="Straight Connector 55"/>
                <p:cNvSpPr/>
                <p:nvPr/>
              </p:nvSpPr>
              <p:spPr>
                <a:xfrm>
                  <a:off x="2445112" y="-1"/>
                  <a:ext cx="3419003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6" name="Straight Connector 56"/>
                <p:cNvSpPr/>
                <p:nvPr/>
              </p:nvSpPr>
              <p:spPr>
                <a:xfrm>
                  <a:off x="3654314" y="0"/>
                  <a:ext cx="2209802" cy="222646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7" name="Straight Connector 57"/>
                <p:cNvSpPr/>
                <p:nvPr/>
              </p:nvSpPr>
              <p:spPr>
                <a:xfrm>
                  <a:off x="4871134" y="-1"/>
                  <a:ext cx="992981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69" name="Straight Connector 48"/>
              <p:cNvSpPr/>
              <p:nvPr/>
            </p:nvSpPr>
            <p:spPr>
              <a:xfrm flipH="1" flipV="1">
                <a:off x="-1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0" name="Straight Connector 49"/>
              <p:cNvSpPr/>
              <p:nvPr/>
            </p:nvSpPr>
            <p:spPr>
              <a:xfrm flipH="1" flipV="1">
                <a:off x="-1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1" name="Straight Connector 50"/>
              <p:cNvSpPr/>
              <p:nvPr/>
            </p:nvSpPr>
            <p:spPr>
              <a:xfrm flipH="1" flipV="1">
                <a:off x="-1" y="3432148"/>
                <a:ext cx="3398419" cy="3425851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2" name="Straight Connector 51"/>
              <p:cNvSpPr/>
              <p:nvPr/>
            </p:nvSpPr>
            <p:spPr>
              <a:xfrm flipH="1" flipV="1">
                <a:off x="-1" y="4651430"/>
                <a:ext cx="2196496" cy="220656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3" name="Straight Connector 52"/>
              <p:cNvSpPr/>
              <p:nvPr/>
            </p:nvSpPr>
            <p:spPr>
              <a:xfrm flipH="1" flipV="1">
                <a:off x="-1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91" name="Group 25"/>
            <p:cNvGrpSpPr/>
            <p:nvPr/>
          </p:nvGrpSpPr>
          <p:grpSpPr>
            <a:xfrm>
              <a:off x="-1" y="-1"/>
              <a:ext cx="12192003" cy="6858001"/>
              <a:chOff x="0" y="0"/>
              <a:chExt cx="12192002" cy="6857999"/>
            </a:xfrm>
          </p:grpSpPr>
          <p:sp>
            <p:nvSpPr>
              <p:cNvPr id="375" name="Straight Connector 26"/>
              <p:cNvSpPr/>
              <p:nvPr/>
            </p:nvSpPr>
            <p:spPr>
              <a:xfrm flipH="1">
                <a:off x="515064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6" name="Straight Connector 27"/>
              <p:cNvSpPr/>
              <p:nvPr/>
            </p:nvSpPr>
            <p:spPr>
              <a:xfrm flipH="1">
                <a:off x="3926915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7" name="Straight Connector 28"/>
              <p:cNvSpPr/>
              <p:nvPr/>
            </p:nvSpPr>
            <p:spPr>
              <a:xfrm flipH="1">
                <a:off x="2710086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8" name="Straight Connector 29"/>
              <p:cNvSpPr/>
              <p:nvPr/>
            </p:nvSpPr>
            <p:spPr>
              <a:xfrm flipH="1">
                <a:off x="1490949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9" name="Straight Connector 30"/>
              <p:cNvSpPr/>
              <p:nvPr/>
            </p:nvSpPr>
            <p:spPr>
              <a:xfrm flipH="1">
                <a:off x="225424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85" name="Group 31"/>
              <p:cNvGrpSpPr/>
              <p:nvPr/>
            </p:nvGrpSpPr>
            <p:grpSpPr>
              <a:xfrm>
                <a:off x="-1" y="-1"/>
                <a:ext cx="5864116" cy="5898675"/>
                <a:chOff x="0" y="0"/>
                <a:chExt cx="5864114" cy="5898673"/>
              </a:xfrm>
            </p:grpSpPr>
            <p:sp>
              <p:nvSpPr>
                <p:cNvPr id="380" name="Straight Connector 37"/>
                <p:cNvSpPr/>
                <p:nvPr/>
              </p:nvSpPr>
              <p:spPr>
                <a:xfrm flipH="1"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1" name="Straight Connector 38"/>
                <p:cNvSpPr/>
                <p:nvPr/>
              </p:nvSpPr>
              <p:spPr>
                <a:xfrm flipH="1">
                  <a:off x="0" y="0"/>
                  <a:ext cx="4642733" cy="4672426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2" name="Straight Connector 39"/>
                <p:cNvSpPr/>
                <p:nvPr/>
              </p:nvSpPr>
              <p:spPr>
                <a:xfrm flipH="1">
                  <a:off x="-1" y="0"/>
                  <a:ext cx="3419005" cy="345674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3" name="Straight Connector 40"/>
                <p:cNvSpPr/>
                <p:nvPr/>
              </p:nvSpPr>
              <p:spPr>
                <a:xfrm flipH="1">
                  <a:off x="0" y="-1"/>
                  <a:ext cx="2209801" cy="2226471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4" name="Straight Connector 41"/>
                <p:cNvSpPr/>
                <p:nvPr/>
              </p:nvSpPr>
              <p:spPr>
                <a:xfrm flipH="1">
                  <a:off x="0" y="-1"/>
                  <a:ext cx="992982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86" name="Straight Connector 32"/>
              <p:cNvSpPr/>
              <p:nvPr/>
            </p:nvSpPr>
            <p:spPr>
              <a:xfrm flipV="1">
                <a:off x="6363190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87" name="Straight Connector 33"/>
              <p:cNvSpPr/>
              <p:nvPr/>
            </p:nvSpPr>
            <p:spPr>
              <a:xfrm flipV="1">
                <a:off x="7577220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88" name="Straight Connector 34"/>
              <p:cNvSpPr/>
              <p:nvPr/>
            </p:nvSpPr>
            <p:spPr>
              <a:xfrm flipV="1">
                <a:off x="8793582" y="3432149"/>
                <a:ext cx="3398420" cy="3425850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89" name="Straight Connector 35"/>
              <p:cNvSpPr/>
              <p:nvPr/>
            </p:nvSpPr>
            <p:spPr>
              <a:xfrm flipV="1">
                <a:off x="9995504" y="4651431"/>
                <a:ext cx="2196498" cy="2206568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90" name="Straight Connector 36"/>
              <p:cNvSpPr/>
              <p:nvPr/>
            </p:nvSpPr>
            <p:spPr>
              <a:xfrm flipV="1">
                <a:off x="11204998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393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69000">
                <a:srgbClr val="FFFFFF"/>
              </a:gs>
              <a:gs pos="100000">
                <a:srgbClr val="F2F2F2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Straight Connector 58"/>
          <p:cNvSpPr/>
          <p:nvPr/>
        </p:nvSpPr>
        <p:spPr>
          <a:xfrm>
            <a:off x="7923089" y="2895600"/>
            <a:ext cx="3659312" cy="0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itle Text"/>
          <p:cNvSpPr txBox="1"/>
          <p:nvPr>
            <p:ph type="title"/>
          </p:nvPr>
        </p:nvSpPr>
        <p:spPr>
          <a:xfrm>
            <a:off x="7909559" y="576072"/>
            <a:ext cx="3657601" cy="2194561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96" name="Picture Placeholder 2"/>
          <p:cNvSpPr/>
          <p:nvPr>
            <p:ph type="pic" idx="21"/>
          </p:nvPr>
        </p:nvSpPr>
        <p:spPr>
          <a:xfrm>
            <a:off x="4412" y="-159"/>
            <a:ext cx="7315201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97" name="Body Level One…"/>
          <p:cNvSpPr txBox="1"/>
          <p:nvPr>
            <p:ph type="body" sz="quarter" idx="1"/>
          </p:nvPr>
        </p:nvSpPr>
        <p:spPr>
          <a:xfrm>
            <a:off x="7909559" y="2999232"/>
            <a:ext cx="3657601" cy="22860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1pPr>
            <a:lvl2pPr marL="0" indent="45720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2pPr>
            <a:lvl3pPr marL="0" indent="91440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3pPr>
            <a:lvl4pPr marL="0" indent="137160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4pPr>
            <a:lvl5pPr marL="0" indent="182880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8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bg>
      <p:bgPr>
        <a:gradFill flip="none" rotWithShape="1">
          <a:gsLst>
            <a:gs pos="0">
              <a:srgbClr val="FFFFFF"/>
            </a:gs>
            <a:gs pos="52999">
              <a:srgbClr val="FFFFFF"/>
            </a:gs>
            <a:gs pos="100000">
              <a:srgbClr val="F2F2F2">
                <a:alpha val="64999"/>
              </a:srgb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roup 95"/>
          <p:cNvGrpSpPr/>
          <p:nvPr/>
        </p:nvGrpSpPr>
        <p:grpSpPr>
          <a:xfrm>
            <a:off x="-7" y="-195950"/>
            <a:ext cx="12192017" cy="6858009"/>
            <a:chOff x="-2" y="-2"/>
            <a:chExt cx="12192015" cy="6858008"/>
          </a:xfrm>
        </p:grpSpPr>
        <p:sp>
          <p:nvSpPr>
            <p:cNvPr id="405" name="Straight Connector 96"/>
            <p:cNvSpPr/>
            <p:nvPr/>
          </p:nvSpPr>
          <p:spPr>
            <a:xfrm flipH="1">
              <a:off x="610196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06" name="Straight Connector 97"/>
            <p:cNvSpPr/>
            <p:nvPr/>
          </p:nvSpPr>
          <p:spPr>
            <a:xfrm flipH="1">
              <a:off x="1829334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07" name="Straight Connector 98"/>
            <p:cNvSpPr/>
            <p:nvPr/>
          </p:nvSpPr>
          <p:spPr>
            <a:xfrm flipH="1">
              <a:off x="3048473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08" name="Straight Connector 99"/>
            <p:cNvSpPr/>
            <p:nvPr/>
          </p:nvSpPr>
          <p:spPr>
            <a:xfrm flipH="1">
              <a:off x="4267612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09" name="Straight Connector 100"/>
            <p:cNvSpPr/>
            <p:nvPr/>
          </p:nvSpPr>
          <p:spPr>
            <a:xfrm flipH="1">
              <a:off x="5486750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0" name="Straight Connector 101"/>
            <p:cNvSpPr/>
            <p:nvPr/>
          </p:nvSpPr>
          <p:spPr>
            <a:xfrm flipH="1">
              <a:off x="6705888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1" name="Straight Connector 102"/>
            <p:cNvSpPr/>
            <p:nvPr/>
          </p:nvSpPr>
          <p:spPr>
            <a:xfrm flipH="1">
              <a:off x="7925027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2" name="Straight Connector 103"/>
            <p:cNvSpPr/>
            <p:nvPr/>
          </p:nvSpPr>
          <p:spPr>
            <a:xfrm flipH="1">
              <a:off x="9144166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3" name="Straight Connector 104"/>
            <p:cNvSpPr/>
            <p:nvPr/>
          </p:nvSpPr>
          <p:spPr>
            <a:xfrm flipH="1">
              <a:off x="10363304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4" name="Straight Connector 105"/>
            <p:cNvSpPr/>
            <p:nvPr/>
          </p:nvSpPr>
          <p:spPr>
            <a:xfrm flipH="1">
              <a:off x="11582443" y="1"/>
              <a:ext cx="1" cy="6858002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5" name="Straight Connector 106"/>
            <p:cNvSpPr/>
            <p:nvPr/>
          </p:nvSpPr>
          <p:spPr>
            <a:xfrm>
              <a:off x="2819" y="386486"/>
              <a:ext cx="12188960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6" name="Straight Connector 107"/>
            <p:cNvSpPr/>
            <p:nvPr/>
          </p:nvSpPr>
          <p:spPr>
            <a:xfrm>
              <a:off x="2819" y="1611182"/>
              <a:ext cx="12188960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7" name="Straight Connector 108"/>
            <p:cNvSpPr/>
            <p:nvPr/>
          </p:nvSpPr>
          <p:spPr>
            <a:xfrm>
              <a:off x="2819" y="2835878"/>
              <a:ext cx="12188960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8" name="Straight Connector 109"/>
            <p:cNvSpPr/>
            <p:nvPr/>
          </p:nvSpPr>
          <p:spPr>
            <a:xfrm>
              <a:off x="2819" y="4060575"/>
              <a:ext cx="12188960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19" name="Straight Connector 110"/>
            <p:cNvSpPr/>
            <p:nvPr/>
          </p:nvSpPr>
          <p:spPr>
            <a:xfrm>
              <a:off x="2819" y="5285273"/>
              <a:ext cx="12188960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420" name="Straight Connector 111"/>
            <p:cNvSpPr/>
            <p:nvPr/>
          </p:nvSpPr>
          <p:spPr>
            <a:xfrm>
              <a:off x="2819" y="6509969"/>
              <a:ext cx="12188960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grpSp>
          <p:nvGrpSpPr>
            <p:cNvPr id="437" name="Group 112"/>
            <p:cNvGrpSpPr/>
            <p:nvPr/>
          </p:nvGrpSpPr>
          <p:grpSpPr>
            <a:xfrm>
              <a:off x="-3" y="-3"/>
              <a:ext cx="12192017" cy="6858008"/>
              <a:chOff x="-1" y="-2"/>
              <a:chExt cx="12192015" cy="6858007"/>
            </a:xfrm>
          </p:grpSpPr>
          <p:sp>
            <p:nvSpPr>
              <p:cNvPr id="421" name="Straight Connector 130"/>
              <p:cNvSpPr/>
              <p:nvPr/>
            </p:nvSpPr>
            <p:spPr>
              <a:xfrm>
                <a:off x="225425" y="-1"/>
                <a:ext cx="6815939" cy="6858007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22" name="Straight Connector 131"/>
              <p:cNvSpPr/>
              <p:nvPr/>
            </p:nvSpPr>
            <p:spPr>
              <a:xfrm>
                <a:off x="1449155" y="0"/>
                <a:ext cx="6815938" cy="685800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23" name="Straight Connector 132"/>
              <p:cNvSpPr/>
              <p:nvPr/>
            </p:nvSpPr>
            <p:spPr>
              <a:xfrm>
                <a:off x="2665984" y="0"/>
                <a:ext cx="6815938" cy="685800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24" name="Straight Connector 133"/>
              <p:cNvSpPr/>
              <p:nvPr/>
            </p:nvSpPr>
            <p:spPr>
              <a:xfrm>
                <a:off x="3885122" y="0"/>
                <a:ext cx="6815938" cy="685800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25" name="Straight Connector 134"/>
              <p:cNvSpPr/>
              <p:nvPr/>
            </p:nvSpPr>
            <p:spPr>
              <a:xfrm>
                <a:off x="5106505" y="0"/>
                <a:ext cx="6815938" cy="685800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grpSp>
            <p:nvGrpSpPr>
              <p:cNvPr id="431" name="Group 135"/>
              <p:cNvGrpSpPr/>
              <p:nvPr/>
            </p:nvGrpSpPr>
            <p:grpSpPr>
              <a:xfrm>
                <a:off x="6327891" y="-3"/>
                <a:ext cx="5864124" cy="5898684"/>
                <a:chOff x="0" y="-1"/>
                <a:chExt cx="5864123" cy="5898682"/>
              </a:xfrm>
            </p:grpSpPr>
            <p:sp>
              <p:nvSpPr>
                <p:cNvPr id="426" name="Straight Connector 141"/>
                <p:cNvSpPr/>
                <p:nvPr/>
              </p:nvSpPr>
              <p:spPr>
                <a:xfrm>
                  <a:off x="0" y="-1"/>
                  <a:ext cx="5864124" cy="5898683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427" name="Straight Connector 142"/>
                <p:cNvSpPr/>
                <p:nvPr/>
              </p:nvSpPr>
              <p:spPr>
                <a:xfrm>
                  <a:off x="1221383" y="0"/>
                  <a:ext cx="4642741" cy="4672432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428" name="Straight Connector 143"/>
                <p:cNvSpPr/>
                <p:nvPr/>
              </p:nvSpPr>
              <p:spPr>
                <a:xfrm>
                  <a:off x="2445115" y="-1"/>
                  <a:ext cx="3419010" cy="3456754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429" name="Straight Connector 144"/>
                <p:cNvSpPr/>
                <p:nvPr/>
              </p:nvSpPr>
              <p:spPr>
                <a:xfrm>
                  <a:off x="3654318" y="-1"/>
                  <a:ext cx="2209806" cy="2226474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430" name="Straight Connector 145"/>
                <p:cNvSpPr/>
                <p:nvPr/>
              </p:nvSpPr>
              <p:spPr>
                <a:xfrm>
                  <a:off x="4871139" y="-2"/>
                  <a:ext cx="992984" cy="1002511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</p:grpSp>
          <p:sp>
            <p:nvSpPr>
              <p:cNvPr id="432" name="Straight Connector 136"/>
              <p:cNvSpPr/>
              <p:nvPr/>
            </p:nvSpPr>
            <p:spPr>
              <a:xfrm flipH="1" flipV="1">
                <a:off x="-1" y="1012053"/>
                <a:ext cx="5828819" cy="58459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33" name="Straight Connector 137"/>
              <p:cNvSpPr/>
              <p:nvPr/>
            </p:nvSpPr>
            <p:spPr>
              <a:xfrm flipH="1" flipV="1">
                <a:off x="-2" y="2227340"/>
                <a:ext cx="4614788" cy="4630664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34" name="Straight Connector 138"/>
              <p:cNvSpPr/>
              <p:nvPr/>
            </p:nvSpPr>
            <p:spPr>
              <a:xfrm flipH="1" flipV="1">
                <a:off x="0" y="3432152"/>
                <a:ext cx="3398424" cy="3425852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35" name="Straight Connector 139"/>
              <p:cNvSpPr/>
              <p:nvPr/>
            </p:nvSpPr>
            <p:spPr>
              <a:xfrm flipH="1" flipV="1">
                <a:off x="-1" y="4651434"/>
                <a:ext cx="2196500" cy="220657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36" name="Straight Connector 140"/>
              <p:cNvSpPr/>
              <p:nvPr/>
            </p:nvSpPr>
            <p:spPr>
              <a:xfrm flipH="1" flipV="1">
                <a:off x="0" y="5864456"/>
                <a:ext cx="987006" cy="99354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454" name="Group 113"/>
            <p:cNvGrpSpPr/>
            <p:nvPr/>
          </p:nvGrpSpPr>
          <p:grpSpPr>
            <a:xfrm>
              <a:off x="-2" y="-3"/>
              <a:ext cx="12192014" cy="6858009"/>
              <a:chOff x="-1" y="-2"/>
              <a:chExt cx="12192012" cy="6858007"/>
            </a:xfrm>
          </p:grpSpPr>
          <p:sp>
            <p:nvSpPr>
              <p:cNvPr id="438" name="Straight Connector 114"/>
              <p:cNvSpPr/>
              <p:nvPr/>
            </p:nvSpPr>
            <p:spPr>
              <a:xfrm flipH="1">
                <a:off x="5150648" y="0"/>
                <a:ext cx="6815937" cy="685800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39" name="Straight Connector 115"/>
              <p:cNvSpPr/>
              <p:nvPr/>
            </p:nvSpPr>
            <p:spPr>
              <a:xfrm flipH="1">
                <a:off x="3926917" y="0"/>
                <a:ext cx="6815938" cy="685800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40" name="Straight Connector 116"/>
              <p:cNvSpPr/>
              <p:nvPr/>
            </p:nvSpPr>
            <p:spPr>
              <a:xfrm flipH="1">
                <a:off x="2710089" y="0"/>
                <a:ext cx="6815938" cy="685800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41" name="Straight Connector 117"/>
              <p:cNvSpPr/>
              <p:nvPr/>
            </p:nvSpPr>
            <p:spPr>
              <a:xfrm flipH="1">
                <a:off x="1490951" y="0"/>
                <a:ext cx="6815938" cy="685800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42" name="Straight Connector 118"/>
              <p:cNvSpPr/>
              <p:nvPr/>
            </p:nvSpPr>
            <p:spPr>
              <a:xfrm flipH="1">
                <a:off x="269567" y="0"/>
                <a:ext cx="6815938" cy="685800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grpSp>
            <p:nvGrpSpPr>
              <p:cNvPr id="448" name="Group 119"/>
              <p:cNvGrpSpPr/>
              <p:nvPr/>
            </p:nvGrpSpPr>
            <p:grpSpPr>
              <a:xfrm>
                <a:off x="-2" y="-3"/>
                <a:ext cx="5864127" cy="5898682"/>
                <a:chOff x="0" y="-1"/>
                <a:chExt cx="5864125" cy="5898680"/>
              </a:xfrm>
            </p:grpSpPr>
            <p:sp>
              <p:nvSpPr>
                <p:cNvPr id="443" name="Straight Connector 125"/>
                <p:cNvSpPr/>
                <p:nvPr/>
              </p:nvSpPr>
              <p:spPr>
                <a:xfrm flipH="1">
                  <a:off x="-1" y="0"/>
                  <a:ext cx="5864127" cy="5898680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444" name="Straight Connector 126"/>
                <p:cNvSpPr/>
                <p:nvPr/>
              </p:nvSpPr>
              <p:spPr>
                <a:xfrm flipH="1">
                  <a:off x="0" y="-2"/>
                  <a:ext cx="4642740" cy="4672434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445" name="Straight Connector 127"/>
                <p:cNvSpPr/>
                <p:nvPr/>
              </p:nvSpPr>
              <p:spPr>
                <a:xfrm flipH="1">
                  <a:off x="0" y="-2"/>
                  <a:ext cx="3419009" cy="345675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446" name="Straight Connector 128"/>
                <p:cNvSpPr/>
                <p:nvPr/>
              </p:nvSpPr>
              <p:spPr>
                <a:xfrm flipH="1">
                  <a:off x="0" y="-2"/>
                  <a:ext cx="2209805" cy="2226476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447" name="Straight Connector 129"/>
                <p:cNvSpPr/>
                <p:nvPr/>
              </p:nvSpPr>
              <p:spPr>
                <a:xfrm flipH="1">
                  <a:off x="0" y="-1"/>
                  <a:ext cx="992984" cy="100250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</p:grpSp>
          <p:sp>
            <p:nvSpPr>
              <p:cNvPr id="449" name="Straight Connector 120"/>
              <p:cNvSpPr/>
              <p:nvPr/>
            </p:nvSpPr>
            <p:spPr>
              <a:xfrm flipV="1">
                <a:off x="6363194" y="1012054"/>
                <a:ext cx="5828816" cy="584595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50" name="Straight Connector 121"/>
              <p:cNvSpPr/>
              <p:nvPr/>
            </p:nvSpPr>
            <p:spPr>
              <a:xfrm flipV="1">
                <a:off x="7577224" y="2227341"/>
                <a:ext cx="4614787" cy="463066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51" name="Straight Connector 122"/>
              <p:cNvSpPr/>
              <p:nvPr/>
            </p:nvSpPr>
            <p:spPr>
              <a:xfrm flipV="1">
                <a:off x="8793587" y="3432152"/>
                <a:ext cx="3398424" cy="3425852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52" name="Straight Connector 123"/>
              <p:cNvSpPr/>
              <p:nvPr/>
            </p:nvSpPr>
            <p:spPr>
              <a:xfrm flipV="1">
                <a:off x="9995511" y="4651434"/>
                <a:ext cx="2196500" cy="220657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453" name="Straight Connector 124"/>
              <p:cNvSpPr/>
              <p:nvPr/>
            </p:nvSpPr>
            <p:spPr>
              <a:xfrm flipV="1">
                <a:off x="11205005" y="5864456"/>
                <a:ext cx="987006" cy="99354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</p:grpSp>
      <p:sp>
        <p:nvSpPr>
          <p:cNvPr id="456" name="Straight Connector 147"/>
          <p:cNvSpPr/>
          <p:nvPr/>
        </p:nvSpPr>
        <p:spPr>
          <a:xfrm>
            <a:off x="609600" y="6172200"/>
            <a:ext cx="10972801" cy="0"/>
          </a:xfrm>
          <a:prstGeom prst="line">
            <a:avLst/>
          </a:prstGeom>
          <a:ln w="12700">
            <a:solidFill>
              <a:srgbClr val="276F8C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lIns="45718" tIns="45718" rIns="45718" bIns="45718"/>
          <a:lstStyle/>
          <a:p>
            <a:pPr/>
            <a:r>
              <a:t>Title Text</a:t>
            </a:r>
          </a:p>
        </p:txBody>
      </p:sp>
      <p:sp>
        <p:nvSpPr>
          <p:cNvPr id="458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lIns="45718" tIns="45718" rIns="45718" bIns="45718"/>
          <a:lstStyle>
            <a:lvl2pPr marL="477519" indent="-203198"/>
            <a:lvl3pPr marL="730646" indent="-224233"/>
            <a:lvl4pPr marL="992776" indent="-261257"/>
            <a:lvl5pPr marL="1219879" indent="-256267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9" name="Slide Number"/>
          <p:cNvSpPr txBox="1"/>
          <p:nvPr>
            <p:ph type="sldNum" sz="quarter" idx="2"/>
          </p:nvPr>
        </p:nvSpPr>
        <p:spPr>
          <a:xfrm>
            <a:off x="11324669" y="6281264"/>
            <a:ext cx="259526" cy="239267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FFFFFF"/>
            </a:gs>
            <a:gs pos="52999">
              <a:srgbClr val="FFFFFF"/>
            </a:gs>
            <a:gs pos="100000">
              <a:srgbClr val="F2F2F2">
                <a:alpha val="64999"/>
              </a:srgb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95"/>
          <p:cNvGrpSpPr/>
          <p:nvPr/>
        </p:nvGrpSpPr>
        <p:grpSpPr>
          <a:xfrm>
            <a:off x="-1" y="-195944"/>
            <a:ext cx="12192003" cy="6858002"/>
            <a:chOff x="0" y="0"/>
            <a:chExt cx="12192002" cy="6858000"/>
          </a:xfrm>
        </p:grpSpPr>
        <p:sp>
          <p:nvSpPr>
            <p:cNvPr id="2" name="Straight Connector 96"/>
            <p:cNvSpPr/>
            <p:nvPr/>
          </p:nvSpPr>
          <p:spPr>
            <a:xfrm flipH="1">
              <a:off x="610195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" name="Straight Connector 97"/>
            <p:cNvSpPr/>
            <p:nvPr/>
          </p:nvSpPr>
          <p:spPr>
            <a:xfrm flipH="1">
              <a:off x="1829333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" name="Straight Connector 98"/>
            <p:cNvSpPr/>
            <p:nvPr/>
          </p:nvSpPr>
          <p:spPr>
            <a:xfrm flipH="1">
              <a:off x="3048471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" name="Straight Connector 99"/>
            <p:cNvSpPr/>
            <p:nvPr/>
          </p:nvSpPr>
          <p:spPr>
            <a:xfrm flipH="1">
              <a:off x="4267609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" name="Straight Connector 100"/>
            <p:cNvSpPr/>
            <p:nvPr/>
          </p:nvSpPr>
          <p:spPr>
            <a:xfrm flipH="1">
              <a:off x="5486747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" name="Straight Connector 101"/>
            <p:cNvSpPr/>
            <p:nvPr/>
          </p:nvSpPr>
          <p:spPr>
            <a:xfrm flipH="1">
              <a:off x="6705885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" name="Straight Connector 102"/>
            <p:cNvSpPr/>
            <p:nvPr/>
          </p:nvSpPr>
          <p:spPr>
            <a:xfrm flipH="1">
              <a:off x="7925023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" name="Straight Connector 103"/>
            <p:cNvSpPr/>
            <p:nvPr/>
          </p:nvSpPr>
          <p:spPr>
            <a:xfrm flipH="1">
              <a:off x="9144161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" name="Straight Connector 104"/>
            <p:cNvSpPr/>
            <p:nvPr/>
          </p:nvSpPr>
          <p:spPr>
            <a:xfrm flipH="1">
              <a:off x="10363299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" name="Straight Connector 105"/>
            <p:cNvSpPr/>
            <p:nvPr/>
          </p:nvSpPr>
          <p:spPr>
            <a:xfrm flipH="1">
              <a:off x="11582437" y="0"/>
              <a:ext cx="1" cy="6858000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" name="Straight Connector 106"/>
            <p:cNvSpPr/>
            <p:nvPr/>
          </p:nvSpPr>
          <p:spPr>
            <a:xfrm>
              <a:off x="2820" y="386484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" name="Straight Connector 107"/>
            <p:cNvSpPr/>
            <p:nvPr/>
          </p:nvSpPr>
          <p:spPr>
            <a:xfrm>
              <a:off x="2820" y="1611181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" name="Straight Connector 108"/>
            <p:cNvSpPr/>
            <p:nvPr/>
          </p:nvSpPr>
          <p:spPr>
            <a:xfrm>
              <a:off x="2820" y="2835876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" name="Straight Connector 109"/>
            <p:cNvSpPr/>
            <p:nvPr/>
          </p:nvSpPr>
          <p:spPr>
            <a:xfrm>
              <a:off x="2820" y="4060573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" name="Straight Connector 110"/>
            <p:cNvSpPr/>
            <p:nvPr/>
          </p:nvSpPr>
          <p:spPr>
            <a:xfrm>
              <a:off x="2820" y="5285268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" name="Straight Connector 111"/>
            <p:cNvSpPr/>
            <p:nvPr/>
          </p:nvSpPr>
          <p:spPr>
            <a:xfrm>
              <a:off x="2820" y="6509965"/>
              <a:ext cx="12188953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34" name="Group 112"/>
            <p:cNvGrpSpPr/>
            <p:nvPr/>
          </p:nvGrpSpPr>
          <p:grpSpPr>
            <a:xfrm>
              <a:off x="-1" y="-1"/>
              <a:ext cx="12192003" cy="6858001"/>
              <a:chOff x="0" y="0"/>
              <a:chExt cx="12192001" cy="6858000"/>
            </a:xfrm>
          </p:grpSpPr>
          <p:sp>
            <p:nvSpPr>
              <p:cNvPr id="18" name="Straight Connector 130"/>
              <p:cNvSpPr/>
              <p:nvPr/>
            </p:nvSpPr>
            <p:spPr>
              <a:xfrm>
                <a:off x="225425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" name="Straight Connector 131"/>
              <p:cNvSpPr/>
              <p:nvPr/>
            </p:nvSpPr>
            <p:spPr>
              <a:xfrm>
                <a:off x="1449154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" name="Straight Connector 132"/>
              <p:cNvSpPr/>
              <p:nvPr/>
            </p:nvSpPr>
            <p:spPr>
              <a:xfrm>
                <a:off x="2665982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1" name="Straight Connector 133"/>
              <p:cNvSpPr/>
              <p:nvPr/>
            </p:nvSpPr>
            <p:spPr>
              <a:xfrm>
                <a:off x="3885119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2" name="Straight Connector 134"/>
              <p:cNvSpPr/>
              <p:nvPr/>
            </p:nvSpPr>
            <p:spPr>
              <a:xfrm>
                <a:off x="5106502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28" name="Group 135"/>
              <p:cNvGrpSpPr/>
              <p:nvPr/>
            </p:nvGrpSpPr>
            <p:grpSpPr>
              <a:xfrm>
                <a:off x="6327886" y="-1"/>
                <a:ext cx="5864116" cy="5898675"/>
                <a:chOff x="0" y="0"/>
                <a:chExt cx="5864115" cy="5898673"/>
              </a:xfrm>
            </p:grpSpPr>
            <p:sp>
              <p:nvSpPr>
                <p:cNvPr id="23" name="Straight Connector 141"/>
                <p:cNvSpPr/>
                <p:nvPr/>
              </p:nvSpPr>
              <p:spPr>
                <a:xfrm>
                  <a:off x="0" y="-1"/>
                  <a:ext cx="5864115" cy="5898675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" name="Straight Connector 142"/>
                <p:cNvSpPr/>
                <p:nvPr/>
              </p:nvSpPr>
              <p:spPr>
                <a:xfrm>
                  <a:off x="1221383" y="-1"/>
                  <a:ext cx="4642732" cy="467242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5" name="Straight Connector 143"/>
                <p:cNvSpPr/>
                <p:nvPr/>
              </p:nvSpPr>
              <p:spPr>
                <a:xfrm>
                  <a:off x="2445112" y="-1"/>
                  <a:ext cx="3419003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" name="Straight Connector 144"/>
                <p:cNvSpPr/>
                <p:nvPr/>
              </p:nvSpPr>
              <p:spPr>
                <a:xfrm>
                  <a:off x="3654314" y="0"/>
                  <a:ext cx="2209802" cy="222646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" name="Straight Connector 145"/>
                <p:cNvSpPr/>
                <p:nvPr/>
              </p:nvSpPr>
              <p:spPr>
                <a:xfrm>
                  <a:off x="4871134" y="-1"/>
                  <a:ext cx="992981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29" name="Straight Connector 136"/>
              <p:cNvSpPr/>
              <p:nvPr/>
            </p:nvSpPr>
            <p:spPr>
              <a:xfrm flipH="1" flipV="1">
                <a:off x="0" y="1012053"/>
                <a:ext cx="5828812" cy="58459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" name="Straight Connector 137"/>
              <p:cNvSpPr/>
              <p:nvPr/>
            </p:nvSpPr>
            <p:spPr>
              <a:xfrm flipH="1" flipV="1">
                <a:off x="0" y="2227339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" name="Straight Connector 138"/>
              <p:cNvSpPr/>
              <p:nvPr/>
            </p:nvSpPr>
            <p:spPr>
              <a:xfrm flipH="1" flipV="1">
                <a:off x="0" y="3432148"/>
                <a:ext cx="3398420" cy="34258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" name="Straight Connector 139"/>
              <p:cNvSpPr/>
              <p:nvPr/>
            </p:nvSpPr>
            <p:spPr>
              <a:xfrm flipH="1" flipV="1">
                <a:off x="0" y="4651430"/>
                <a:ext cx="2196497" cy="220656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" name="Straight Connector 140"/>
              <p:cNvSpPr/>
              <p:nvPr/>
            </p:nvSpPr>
            <p:spPr>
              <a:xfrm flipH="1" flipV="1">
                <a:off x="0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51" name="Group 113"/>
            <p:cNvGrpSpPr/>
            <p:nvPr/>
          </p:nvGrpSpPr>
          <p:grpSpPr>
            <a:xfrm>
              <a:off x="0" y="-1"/>
              <a:ext cx="12192003" cy="6858001"/>
              <a:chOff x="0" y="0"/>
              <a:chExt cx="12192001" cy="6857999"/>
            </a:xfrm>
          </p:grpSpPr>
          <p:sp>
            <p:nvSpPr>
              <p:cNvPr id="35" name="Straight Connector 114"/>
              <p:cNvSpPr/>
              <p:nvPr/>
            </p:nvSpPr>
            <p:spPr>
              <a:xfrm flipH="1">
                <a:off x="5150644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6" name="Straight Connector 115"/>
              <p:cNvSpPr/>
              <p:nvPr/>
            </p:nvSpPr>
            <p:spPr>
              <a:xfrm flipH="1">
                <a:off x="3926915" y="0"/>
                <a:ext cx="6815932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" name="Straight Connector 116"/>
              <p:cNvSpPr/>
              <p:nvPr/>
            </p:nvSpPr>
            <p:spPr>
              <a:xfrm flipH="1">
                <a:off x="2710086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8" name="Straight Connector 117"/>
              <p:cNvSpPr/>
              <p:nvPr/>
            </p:nvSpPr>
            <p:spPr>
              <a:xfrm flipH="1">
                <a:off x="1490949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9" name="Straight Connector 118"/>
              <p:cNvSpPr/>
              <p:nvPr/>
            </p:nvSpPr>
            <p:spPr>
              <a:xfrm flipH="1">
                <a:off x="269566" y="0"/>
                <a:ext cx="6815933" cy="685800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45" name="Group 119"/>
              <p:cNvGrpSpPr/>
              <p:nvPr/>
            </p:nvGrpSpPr>
            <p:grpSpPr>
              <a:xfrm>
                <a:off x="-1" y="-1"/>
                <a:ext cx="5864116" cy="5898675"/>
                <a:chOff x="0" y="0"/>
                <a:chExt cx="5864114" cy="5898673"/>
              </a:xfrm>
            </p:grpSpPr>
            <p:sp>
              <p:nvSpPr>
                <p:cNvPr id="40" name="Straight Connector 125"/>
                <p:cNvSpPr/>
                <p:nvPr/>
              </p:nvSpPr>
              <p:spPr>
                <a:xfrm flipH="1">
                  <a:off x="0" y="0"/>
                  <a:ext cx="5864115" cy="5898674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" name="Straight Connector 126"/>
                <p:cNvSpPr/>
                <p:nvPr/>
              </p:nvSpPr>
              <p:spPr>
                <a:xfrm flipH="1">
                  <a:off x="0" y="0"/>
                  <a:ext cx="4642733" cy="4672426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2" name="Straight Connector 127"/>
                <p:cNvSpPr/>
                <p:nvPr/>
              </p:nvSpPr>
              <p:spPr>
                <a:xfrm flipH="1">
                  <a:off x="-1" y="0"/>
                  <a:ext cx="3419005" cy="345674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3" name="Straight Connector 128"/>
                <p:cNvSpPr/>
                <p:nvPr/>
              </p:nvSpPr>
              <p:spPr>
                <a:xfrm flipH="1">
                  <a:off x="0" y="0"/>
                  <a:ext cx="2209801" cy="2226470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4" name="Straight Connector 129"/>
                <p:cNvSpPr/>
                <p:nvPr/>
              </p:nvSpPr>
              <p:spPr>
                <a:xfrm flipH="1">
                  <a:off x="0" y="0"/>
                  <a:ext cx="992982" cy="100250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46" name="Straight Connector 120"/>
              <p:cNvSpPr/>
              <p:nvPr/>
            </p:nvSpPr>
            <p:spPr>
              <a:xfrm flipV="1">
                <a:off x="6363190" y="1012053"/>
                <a:ext cx="5828811" cy="58459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" name="Straight Connector 121"/>
              <p:cNvSpPr/>
              <p:nvPr/>
            </p:nvSpPr>
            <p:spPr>
              <a:xfrm flipV="1">
                <a:off x="7577220" y="2227340"/>
                <a:ext cx="4614782" cy="463065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" name="Straight Connector 122"/>
              <p:cNvSpPr/>
              <p:nvPr/>
            </p:nvSpPr>
            <p:spPr>
              <a:xfrm flipV="1">
                <a:off x="8793582" y="3432149"/>
                <a:ext cx="3398420" cy="3425850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9" name="Straight Connector 123"/>
              <p:cNvSpPr/>
              <p:nvPr/>
            </p:nvSpPr>
            <p:spPr>
              <a:xfrm flipV="1">
                <a:off x="9995504" y="4651431"/>
                <a:ext cx="2196498" cy="220656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" name="Straight Connector 124"/>
              <p:cNvSpPr/>
              <p:nvPr/>
            </p:nvSpPr>
            <p:spPr>
              <a:xfrm flipV="1">
                <a:off x="11204998" y="5864453"/>
                <a:ext cx="987004" cy="993546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53" name="Straight Connector 147"/>
          <p:cNvSpPr/>
          <p:nvPr/>
        </p:nv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rgbClr val="276F8C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itle Text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5" name="Body Level One…"/>
          <p:cNvSpPr txBox="1"/>
          <p:nvPr>
            <p:ph type="body" idx="1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xfrm>
            <a:off x="11324663" y="6281262"/>
            <a:ext cx="259530" cy="23927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100">
                <a:solidFill>
                  <a:srgbClr val="1A1A1A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477519" marR="0" indent="-203199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730646" marR="0" indent="-224234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992777" marR="0" indent="-261257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219880" marR="0" indent="-256268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1449977" marR="0" indent="-261257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1677080" marR="0" indent="-256268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1907177" marR="0" indent="-261257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78011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Tx/>
        <a:buFont typeface="Arial"/>
        <a:buNone/>
        <a:tabLst/>
        <a:defRPr b="0" baseline="0" cap="none" i="0" spc="0" strike="noStrike" sz="2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https://www.youtube.com/watch?v=jis1MC5Tm8k" TargetMode="External"/><Relationship Id="rId3" Type="http://schemas.openxmlformats.org/officeDocument/2006/relationships/hyperlink" Target="https://kno.wled.ge/features/pixel-art-converter/" TargetMode="External"/><Relationship Id="rId4" Type="http://schemas.openxmlformats.org/officeDocument/2006/relationships/hyperlink" Target="https://github.com/kudp02/wled-matrix-tool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itle 1"/>
          <p:cNvSpPr txBox="1"/>
          <p:nvPr>
            <p:ph type="ctrTitle"/>
          </p:nvPr>
        </p:nvSpPr>
        <p:spPr>
          <a:xfrm>
            <a:off x="1293843" y="1909346"/>
            <a:ext cx="9907556" cy="3383280"/>
          </a:xfrm>
          <a:prstGeom prst="rect">
            <a:avLst/>
          </a:prstGeom>
        </p:spPr>
        <p:txBody>
          <a:bodyPr/>
          <a:lstStyle/>
          <a:p>
            <a:pPr>
              <a:defRPr sz="6000"/>
            </a:pPr>
            <a:r>
              <a:t>EDES 301</a:t>
            </a:r>
            <a:br/>
            <a:br/>
            <a:r>
              <a:t>PCB Project</a:t>
            </a:r>
          </a:p>
        </p:txBody>
      </p:sp>
      <p:sp>
        <p:nvSpPr>
          <p:cNvPr id="469" name="Subtitle 2"/>
          <p:cNvSpPr txBox="1"/>
          <p:nvPr>
            <p:ph type="subTitle" sz="quarter" idx="1"/>
          </p:nvPr>
        </p:nvSpPr>
        <p:spPr>
          <a:xfrm>
            <a:off x="1293845" y="5432564"/>
            <a:ext cx="9604310" cy="1120637"/>
          </a:xfrm>
          <a:prstGeom prst="rect">
            <a:avLst/>
          </a:prstGeom>
        </p:spPr>
        <p:txBody>
          <a:bodyPr/>
          <a:lstStyle/>
          <a:p>
            <a:pPr/>
            <a:r>
              <a:t>Clay Goldsmith</a:t>
            </a:r>
          </a:p>
          <a:p>
            <a:pPr/>
          </a:p>
          <a:p>
            <a:pPr/>
            <a:r>
              <a:t>Due 05/05/2025 @ 11:59pm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Title 1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</p:spPr>
        <p:txBody>
          <a:bodyPr/>
          <a:lstStyle/>
          <a:p>
            <a:pPr/>
            <a:r>
              <a:t>Background Information</a:t>
            </a:r>
          </a:p>
        </p:txBody>
      </p:sp>
      <p:sp>
        <p:nvSpPr>
          <p:cNvPr id="472" name="Content Placeholder 2"/>
          <p:cNvSpPr txBox="1"/>
          <p:nvPr>
            <p:ph type="body" idx="1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</p:spPr>
        <p:txBody>
          <a:bodyPr/>
          <a:lstStyle/>
          <a:p>
            <a:pPr/>
            <a:r>
              <a:t>For this project, I’d like to create a piece of art that is responsive to changes in rotation by showing different ‘slices’ of a 360 degree image. This is inspired by a cool build I saw of this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Fluid Simulation Pendant</a:t>
            </a:r>
            <a:r>
              <a:t> that swishes the fluid around given detected movements by the IMU.</a:t>
            </a:r>
          </a:p>
          <a:p>
            <a:pPr/>
            <a:r>
              <a:t>I will need a tool to turn a 360 degree image into a 2d ‘slice’ given my detected IMU angle (which should be reasonably simple, something I can code myself) and a tool to turn an image into a 32x32 LED matrix output (can use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this tool?</a:t>
            </a:r>
            <a:r>
              <a:t> or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this tool?</a:t>
            </a:r>
            <a:r>
              <a:t> to experiment.  along with some hardware interface). Probably going to use some sort of dithering / data compression technique (ideally, the change as the device is moved around will give the viewer the ability to infer greater resolution of the image than the actual 32 x 32 pixel matrix would normally permit)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itle 1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</p:spPr>
        <p:txBody>
          <a:bodyPr/>
          <a:lstStyle/>
          <a:p>
            <a:pPr/>
            <a:r>
              <a:t>System Block Diagram</a:t>
            </a:r>
          </a:p>
        </p:txBody>
      </p:sp>
      <p:grpSp>
        <p:nvGrpSpPr>
          <p:cNvPr id="477" name="PocketBeagle"/>
          <p:cNvGrpSpPr/>
          <p:nvPr/>
        </p:nvGrpSpPr>
        <p:grpSpPr>
          <a:xfrm>
            <a:off x="2629449" y="2460689"/>
            <a:ext cx="1646885" cy="1909021"/>
            <a:chOff x="0" y="0"/>
            <a:chExt cx="1646884" cy="1909020"/>
          </a:xfrm>
        </p:grpSpPr>
        <p:sp>
          <p:nvSpPr>
            <p:cNvPr id="475" name="Rectangle"/>
            <p:cNvSpPr/>
            <p:nvPr/>
          </p:nvSpPr>
          <p:spPr>
            <a:xfrm>
              <a:off x="0" y="-1"/>
              <a:ext cx="1646885" cy="1909022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6" name="PocketBeagle"/>
            <p:cNvSpPr txBox="1"/>
            <p:nvPr/>
          </p:nvSpPr>
          <p:spPr>
            <a:xfrm>
              <a:off x="3175" y="779179"/>
              <a:ext cx="1640535" cy="3506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PocketBeagle</a:t>
              </a:r>
            </a:p>
          </p:txBody>
        </p:sp>
      </p:grpSp>
      <p:grpSp>
        <p:nvGrpSpPr>
          <p:cNvPr id="480" name="GY-521 MPU6050…"/>
          <p:cNvGrpSpPr/>
          <p:nvPr/>
        </p:nvGrpSpPr>
        <p:grpSpPr>
          <a:xfrm>
            <a:off x="7955938" y="3328675"/>
            <a:ext cx="1646886" cy="1909021"/>
            <a:chOff x="0" y="0"/>
            <a:chExt cx="1646884" cy="1909020"/>
          </a:xfrm>
        </p:grpSpPr>
        <p:sp>
          <p:nvSpPr>
            <p:cNvPr id="478" name="Rectangle"/>
            <p:cNvSpPr/>
            <p:nvPr/>
          </p:nvSpPr>
          <p:spPr>
            <a:xfrm>
              <a:off x="-1" y="-1"/>
              <a:ext cx="1646886" cy="1909022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9" name="GY-521 MPU6050…"/>
            <p:cNvSpPr txBox="1"/>
            <p:nvPr/>
          </p:nvSpPr>
          <p:spPr>
            <a:xfrm>
              <a:off x="3174" y="379129"/>
              <a:ext cx="1640536" cy="115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GY-521</a:t>
              </a:r>
              <a:br/>
              <a:r>
                <a:t>MPU6050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  <a:br/>
              <a:r>
                <a:t>IMU Module</a:t>
              </a:r>
            </a:p>
          </p:txBody>
        </p:sp>
      </p:grpSp>
      <p:grpSp>
        <p:nvGrpSpPr>
          <p:cNvPr id="483" name="Adafruit…"/>
          <p:cNvGrpSpPr/>
          <p:nvPr/>
        </p:nvGrpSpPr>
        <p:grpSpPr>
          <a:xfrm>
            <a:off x="7955938" y="1228415"/>
            <a:ext cx="1646886" cy="1909021"/>
            <a:chOff x="0" y="0"/>
            <a:chExt cx="1646884" cy="1909020"/>
          </a:xfrm>
        </p:grpSpPr>
        <p:sp>
          <p:nvSpPr>
            <p:cNvPr id="481" name="Rectangle"/>
            <p:cNvSpPr/>
            <p:nvPr/>
          </p:nvSpPr>
          <p:spPr>
            <a:xfrm>
              <a:off x="-1" y="-1"/>
              <a:ext cx="1646886" cy="1909022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2" name="Adafruit…"/>
            <p:cNvSpPr txBox="1"/>
            <p:nvPr/>
          </p:nvSpPr>
          <p:spPr>
            <a:xfrm>
              <a:off x="3174" y="245779"/>
              <a:ext cx="1640536" cy="14174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Adafruit 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Model 607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32 x 32 LED Matrix</a:t>
              </a:r>
            </a:p>
          </p:txBody>
        </p:sp>
      </p:grpSp>
      <p:sp>
        <p:nvSpPr>
          <p:cNvPr id="484" name="Line"/>
          <p:cNvSpPr/>
          <p:nvPr/>
        </p:nvSpPr>
        <p:spPr>
          <a:xfrm>
            <a:off x="4507379" y="3909251"/>
            <a:ext cx="3344586" cy="3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85" name="GPIO"/>
          <p:cNvSpPr txBox="1"/>
          <p:nvPr/>
        </p:nvSpPr>
        <p:spPr>
          <a:xfrm>
            <a:off x="4681070" y="2137591"/>
            <a:ext cx="764028" cy="39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100"/>
            </a:pPr>
            <a:r>
              <a:t>GPIO Pins</a:t>
            </a:r>
          </a:p>
          <a:p>
            <a:pPr>
              <a:defRPr sz="1100"/>
            </a:pPr>
            <a:r>
              <a:t>1 - 13</a:t>
            </a:r>
          </a:p>
        </p:txBody>
      </p:sp>
      <p:sp>
        <p:nvSpPr>
          <p:cNvPr id="486" name="I2C"/>
          <p:cNvSpPr txBox="1"/>
          <p:nvPr/>
        </p:nvSpPr>
        <p:spPr>
          <a:xfrm>
            <a:off x="5683932" y="3909252"/>
            <a:ext cx="1082384" cy="350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I2C(3.3V)</a:t>
            </a:r>
          </a:p>
        </p:txBody>
      </p:sp>
      <p:grpSp>
        <p:nvGrpSpPr>
          <p:cNvPr id="489" name="Adafruit…"/>
          <p:cNvGrpSpPr/>
          <p:nvPr/>
        </p:nvGrpSpPr>
        <p:grpSpPr>
          <a:xfrm>
            <a:off x="857015" y="2659349"/>
            <a:ext cx="779245" cy="498626"/>
            <a:chOff x="0" y="0"/>
            <a:chExt cx="779244" cy="498624"/>
          </a:xfrm>
        </p:grpSpPr>
        <p:sp>
          <p:nvSpPr>
            <p:cNvPr id="487" name="Rectangle"/>
            <p:cNvSpPr/>
            <p:nvPr/>
          </p:nvSpPr>
          <p:spPr>
            <a:xfrm>
              <a:off x="-1" y="-1"/>
              <a:ext cx="779245" cy="498626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8" name="x4 Buttons"/>
            <p:cNvSpPr txBox="1"/>
            <p:nvPr/>
          </p:nvSpPr>
          <p:spPr>
            <a:xfrm>
              <a:off x="1502" y="135820"/>
              <a:ext cx="776240" cy="2269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x4 Buttons</a:t>
              </a:r>
            </a:p>
          </p:txBody>
        </p:sp>
      </p:grpSp>
      <p:sp>
        <p:nvSpPr>
          <p:cNvPr id="490" name="Data (No Power)…"/>
          <p:cNvSpPr txBox="1"/>
          <p:nvPr/>
        </p:nvSpPr>
        <p:spPr>
          <a:xfrm>
            <a:off x="1743231" y="2405726"/>
            <a:ext cx="779243" cy="391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/>
            </a:lvl1pPr>
          </a:lstStyle>
          <a:p>
            <a:pPr/>
            <a:r>
              <a:t>GPIO Pins 14-18</a:t>
            </a:r>
          </a:p>
        </p:txBody>
      </p:sp>
      <p:sp>
        <p:nvSpPr>
          <p:cNvPr id="491" name="Line"/>
          <p:cNvSpPr/>
          <p:nvPr/>
        </p:nvSpPr>
        <p:spPr>
          <a:xfrm flipH="1">
            <a:off x="1688662" y="2908661"/>
            <a:ext cx="888384" cy="2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92" name="Line"/>
          <p:cNvSpPr/>
          <p:nvPr/>
        </p:nvSpPr>
        <p:spPr>
          <a:xfrm>
            <a:off x="4443843" y="2601560"/>
            <a:ext cx="3344586" cy="3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93" name="GPIO"/>
          <p:cNvSpPr txBox="1"/>
          <p:nvPr/>
        </p:nvSpPr>
        <p:spPr>
          <a:xfrm>
            <a:off x="4618894" y="2998809"/>
            <a:ext cx="888380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/>
            </a:lvl1pPr>
          </a:lstStyle>
          <a:p>
            <a:pPr/>
            <a:r>
              <a:t>GPIO Pin 14</a:t>
            </a:r>
          </a:p>
        </p:txBody>
      </p:sp>
      <p:sp>
        <p:nvSpPr>
          <p:cNvPr id="494" name="Line"/>
          <p:cNvSpPr/>
          <p:nvPr/>
        </p:nvSpPr>
        <p:spPr>
          <a:xfrm>
            <a:off x="4454892" y="3219255"/>
            <a:ext cx="1659585" cy="2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grpSp>
        <p:nvGrpSpPr>
          <p:cNvPr id="497" name="Adafruit…"/>
          <p:cNvGrpSpPr/>
          <p:nvPr/>
        </p:nvGrpSpPr>
        <p:grpSpPr>
          <a:xfrm>
            <a:off x="6190042" y="2896214"/>
            <a:ext cx="1073916" cy="646082"/>
            <a:chOff x="0" y="0"/>
            <a:chExt cx="1073914" cy="646081"/>
          </a:xfrm>
        </p:grpSpPr>
        <p:sp>
          <p:nvSpPr>
            <p:cNvPr id="495" name="Rectangle"/>
            <p:cNvSpPr/>
            <p:nvPr/>
          </p:nvSpPr>
          <p:spPr>
            <a:xfrm>
              <a:off x="0" y="73728"/>
              <a:ext cx="1073915" cy="498626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6" name="HCW-KC1206 Buzzer…"/>
            <p:cNvSpPr txBox="1"/>
            <p:nvPr/>
          </p:nvSpPr>
          <p:spPr>
            <a:xfrm>
              <a:off x="2070" y="-1"/>
              <a:ext cx="1069774" cy="6460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HCW-KC1206 Buzzer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3.3v - 5v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Level Shifter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itle 1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</p:spPr>
        <p:txBody>
          <a:bodyPr anchor="t"/>
          <a:lstStyle/>
          <a:p>
            <a:pPr/>
            <a:r>
              <a:t>Mechanical Drawing</a:t>
            </a:r>
          </a:p>
        </p:txBody>
      </p:sp>
      <p:sp>
        <p:nvSpPr>
          <p:cNvPr id="500" name="TextBox 24"/>
          <p:cNvSpPr txBox="1"/>
          <p:nvPr/>
        </p:nvSpPr>
        <p:spPr>
          <a:xfrm>
            <a:off x="3398520" y="5257800"/>
            <a:ext cx="89140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FRONT</a:t>
            </a:r>
          </a:p>
        </p:txBody>
      </p:sp>
      <p:sp>
        <p:nvSpPr>
          <p:cNvPr id="501" name="TextBox 35"/>
          <p:cNvSpPr txBox="1"/>
          <p:nvPr/>
        </p:nvSpPr>
        <p:spPr>
          <a:xfrm>
            <a:off x="8961119" y="5257800"/>
            <a:ext cx="726652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BACK</a:t>
            </a:r>
          </a:p>
        </p:txBody>
      </p:sp>
      <p:sp>
        <p:nvSpPr>
          <p:cNvPr id="502" name="TextBox 2"/>
          <p:cNvSpPr txBox="1"/>
          <p:nvPr/>
        </p:nvSpPr>
        <p:spPr>
          <a:xfrm>
            <a:off x="4549885" y="2552700"/>
            <a:ext cx="3115789" cy="884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/>
            <a:r>
              <a:t>Complete For Project 2</a:t>
            </a:r>
          </a:p>
          <a:p>
            <a:pPr algn="ctr"/>
          </a:p>
          <a:p>
            <a:pPr algn="ctr"/>
            <a:r>
              <a:t>See next slide for an example</a:t>
            </a:r>
          </a:p>
        </p:txBody>
      </p:sp>
      <p:pic>
        <p:nvPicPr>
          <p:cNvPr id="503" name="Window Hardware Block Diagram EDES 310.pdf" descr="Window Hardware Block Diagram EDES 310.pdf"/>
          <p:cNvPicPr>
            <a:picLocks noChangeAspect="1"/>
          </p:cNvPicPr>
          <p:nvPr/>
        </p:nvPicPr>
        <p:blipFill>
          <a:blip r:embed="rId2">
            <a:extLst/>
          </a:blip>
          <a:srcRect l="4564" t="17130" r="0" b="11635"/>
          <a:stretch>
            <a:fillRect/>
          </a:stretch>
        </p:blipFill>
        <p:spPr>
          <a:xfrm>
            <a:off x="157435" y="865187"/>
            <a:ext cx="11876998" cy="53190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Diamond Grid 16x9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FF"/>
      </a:hlink>
      <a:folHlink>
        <a:srgbClr val="FF00FF"/>
      </a:folHlink>
    </a:clrScheme>
    <a:fontScheme name="Diamond Grid 16x9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Diamond Grid 16x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iamond Grid 16x9">
  <a:themeElements>
    <a:clrScheme name="Diamond Grid 16x9">
      <a:dk1>
        <a:srgbClr val="2D2E2D"/>
      </a:dk1>
      <a:lt1>
        <a:srgbClr val="2E012E"/>
      </a:lt1>
      <a:dk2>
        <a:srgbClr val="A7A7A7"/>
      </a:dk2>
      <a:lt2>
        <a:srgbClr val="535353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FF"/>
      </a:hlink>
      <a:folHlink>
        <a:srgbClr val="FF00FF"/>
      </a:folHlink>
    </a:clrScheme>
    <a:fontScheme name="Diamond Grid 16x9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Diamond Grid 16x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